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Roboto Black"/>
      <p:bold r:id="rId27"/>
      <p:boldItalic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33" roundtripDataSignature="AMtx7mjTyZdeptxqzwfyC5+yMEX8LZEa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848CB5-7BC7-4771-B1D7-15A3B0015F32}">
  <a:tblStyle styleId="{35848CB5-7BC7-4771-B1D7-15A3B0015F3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Black-boldItalic.fntdata"/><Relationship Id="rId27" Type="http://schemas.openxmlformats.org/officeDocument/2006/relationships/font" Target="fonts/RobotoBlack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4.xml"/><Relationship Id="rId33" Type="http://customschemas.google.com/relationships/presentationmetadata" Target="metadata"/><Relationship Id="rId10" Type="http://schemas.openxmlformats.org/officeDocument/2006/relationships/slide" Target="slides/slide3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43ccbdd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g3243ccbddf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43ccbddf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g3243ccbddfa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08f0d11a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3208f0d11a9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08f0d11a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g3208f0d11a9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08f0d11a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208f0d11a9_1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08f0d11a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g3208f0d11a9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fe56d80b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1fe56d80bc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08f0d11a9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3208f0d11a9_1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08f0d11a9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g3208f0d11a9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08f0d11a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g3208f0d11a9_1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08f0d11a9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g3208f0d11a9_1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08f0d11a9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208f0d11a9_1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08f0d11a9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g3208f0d11a9_1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08f0d11a9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g3208f0d11a9_1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5" name="Google Shape;75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0" name="Google Shape;80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" name="Google Shape;83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hyperlink" Target="https://learn.codemithra.com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40951" y="2260382"/>
            <a:ext cx="4690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GB" sz="23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PRIORITY QUEUE USING DLL</a:t>
            </a:r>
            <a:endParaRPr b="1" i="0" sz="23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337fc5d25_0_216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9" name="Google Shape;109;g14337fc5d25_0_21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Priority Queue is a data structure that maintains a set of elements, each associated with a priority.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basic idea is that elements with higher priority are served before elements with lower priority.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Priority Queues are often implemented using various data structures, and one common approach is to use a doubly linked list (DLL) to implement a Priority Queue.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g14337fc5d25_0_216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43ccbddfa_0_0"/>
          <p:cNvSpPr txBox="1"/>
          <p:nvPr/>
        </p:nvSpPr>
        <p:spPr>
          <a:xfrm>
            <a:off x="720725" y="445600"/>
            <a:ext cx="695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6" name="Google Shape;116;g3243ccbddfa_0_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Doubly Linked List is a data structure in which each node contains a data element and two pointers, one pointing to the next node and another pointing to the previous node.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g3243ccbddfa_0_0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243ccbddf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9435" y="3065835"/>
            <a:ext cx="4368800" cy="18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43ccbddfa_0_8"/>
          <p:cNvSpPr txBox="1"/>
          <p:nvPr/>
        </p:nvSpPr>
        <p:spPr>
          <a:xfrm>
            <a:off x="720725" y="445600"/>
            <a:ext cx="6956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4" name="Google Shape;124;g3243ccbddfa_0_8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priority queue is a data structure that organizes elements based on their assigned priorities.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traditional queues follow the first-in-first-out (FIFO) rule, priority queues prioritize elements based on certain criteria.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priority can be assigned according to the element's value, with the lowest or highest values having the highest priority.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Alternatively, priorities can be set based on specific requirements or criteria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g3243ccbddfa_0_8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08f0d11a9_1_1"/>
          <p:cNvSpPr txBox="1"/>
          <p:nvPr/>
        </p:nvSpPr>
        <p:spPr>
          <a:xfrm>
            <a:off x="720725" y="445600"/>
            <a:ext cx="695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1" name="Google Shape;131;g3208f0d11a9_1_1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Priority queues can be implemented using various data structures, such as arrays, linked lists, heaps, or binary search trees.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Operations: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push(): Adds an element to the priority queue with its associated priority.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pop(): Removes and returns the element with the highest priority from the priority queue.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peek(): Returns the element with the highest priority without removing it.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g3208f0d11a9_1_1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08f0d11a9_1_14"/>
          <p:cNvSpPr txBox="1"/>
          <p:nvPr/>
        </p:nvSpPr>
        <p:spPr>
          <a:xfrm>
            <a:off x="720725" y="445600"/>
            <a:ext cx="695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8" name="Google Shape;138;g3208f0d11a9_1_14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Create a doubly linked list node: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Define a class named `Node` with fields: `info`, `priority`, `prev`, and `next`.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Insert the element and priority in the Node: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Instantiate a new `Node` and set its `info` and `priority` fields with the provided element and priority.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g3208f0d11a9_1_14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08f0d11a9_1_20"/>
          <p:cNvSpPr txBox="1"/>
          <p:nvPr/>
        </p:nvSpPr>
        <p:spPr>
          <a:xfrm>
            <a:off x="720725" y="445600"/>
            <a:ext cx="695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5" name="Google Shape;145;g3208f0d11a9_1_2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Arrange the Nodes in increasing order of priority: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Check conditions for insertion: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If the list is empty, set `front` and `rear` to the new Node.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If the priority is less than or equal to the priority of the front Node, insert the new Node at the front.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If the priority is greater than the priority of the rear Node, insert the new Node after the rear.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Otherwise, find the position based on priority and insert the new Node accordingly.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This approach ensures that the linked list is maintained in ascending order of priority as elements are inserted.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" name="Google Shape;146;g3208f0d11a9_1_20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08f0d11a9_1_26"/>
          <p:cNvSpPr txBox="1"/>
          <p:nvPr/>
        </p:nvSpPr>
        <p:spPr>
          <a:xfrm>
            <a:off x="720725" y="445600"/>
            <a:ext cx="695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2" name="Google Shape;152;g3208f0d11a9_1_2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Arrange the Nodes in increasing order of priority: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Check conditions for insertion: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If the list is empty, set `front` and `rear` to the new Node.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If the priority is less than or equal to the priority of the front Node, insert the new Node at the front.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If the priority is greater than the priority of the rear Node, insert the new Node after the rear.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Otherwise, find the position based on priority and insert the new Node accordingly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g3208f0d11a9_1_26"/>
          <p:cNvSpPr txBox="1"/>
          <p:nvPr/>
        </p:nvSpPr>
        <p:spPr>
          <a:xfrm>
            <a:off x="172451" y="10539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g31fe56d80bc_0_106"/>
          <p:cNvGraphicFramePr/>
          <p:nvPr/>
        </p:nvGraphicFramePr>
        <p:xfrm>
          <a:off x="0" y="73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{35848CB5-7BC7-4771-B1D7-15A3B0015F32}</a:tableStyleId>
              </a:tblPr>
              <a:tblGrid>
                <a:gridCol w="4572000"/>
                <a:gridCol w="4572000"/>
              </a:tblGrid>
              <a:tr h="381000"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Main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Node front, rear;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class Node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 info;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 priority;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Node prev, 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void push(Node fr, Node rr, int n, int p)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Node news = new Node();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news.info = n;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news.priority = p;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if (fr == null)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fr = news;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rr = news;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news.next = null;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 else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if (p &lt;= (fr).priority)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news.next = fr; 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(fr).prev = news.next;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fr = news;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else if (p &gt; (rr).priority)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news.next = null;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(rr).next = news;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news.prev = (rr).next;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rr = news;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else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Node start = (fr).next;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while (start.priority &gt; p)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start = start.next;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(start.prev).next = news;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news.next = start.prev;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news.prev = (start.prev).next;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start.prev = news.next;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}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9" name="Google Shape;159;g31fe56d80bc_0_106"/>
          <p:cNvSpPr txBox="1"/>
          <p:nvPr/>
        </p:nvSpPr>
        <p:spPr>
          <a:xfrm>
            <a:off x="720725" y="369400"/>
            <a:ext cx="69567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" name="Google Shape;164;g3208f0d11a9_1_32"/>
          <p:cNvGraphicFramePr/>
          <p:nvPr/>
        </p:nvGraphicFramePr>
        <p:xfrm>
          <a:off x="0" y="73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{35848CB5-7BC7-4771-B1D7-15A3B0015F32}</a:tableStyleId>
              </a:tblPr>
              <a:tblGrid>
                <a:gridCol w="4572000"/>
                <a:gridCol w="4572000"/>
              </a:tblGrid>
              <a:tr h="381000"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front = fr;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rear = rr;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int peek(Node fr) {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return fr.info;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boolean isEmpty(Node fr) {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return (fr == null);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static int pop(Node fr, Node rr) {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Node temp = fr;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 res = temp.info;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(fr) = (fr).next;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if (fr == null)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rr = null;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front = fr;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rear = rr;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return res;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static void main(String args[]) {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push(front, rear, 2, 3);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push(front, rear, 3, 4);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push(front, rear, 4, 5);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push(front, rear, 5, 6);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push(front, rear, 6, 7);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push(front, rear, 1, 2);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System.out.println(pop(front, rear));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System.out.println(peek(front));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}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3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139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5" name="Google Shape;165;g3208f0d11a9_1_32"/>
          <p:cNvSpPr txBox="1"/>
          <p:nvPr/>
        </p:nvSpPr>
        <p:spPr>
          <a:xfrm>
            <a:off x="720725" y="369400"/>
            <a:ext cx="6956700" cy="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08f0d11a9_1_37"/>
          <p:cNvSpPr txBox="1"/>
          <p:nvPr/>
        </p:nvSpPr>
        <p:spPr>
          <a:xfrm>
            <a:off x="720725" y="445600"/>
            <a:ext cx="695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PRIORITY QUEUE USING DLL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1" name="Google Shape;171;g3208f0d11a9_1_37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Complexity: O(n) - where n is the number of elements in the priority queue (assuming the linked list is singly linked and elements are inserted in sorted order based on priority).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Space Complexity: O(1) - constant space as the linked list is modified in-place without using additional data structures proportional to the input size.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" name="Google Shape;172;g3208f0d11a9_1_37"/>
          <p:cNvSpPr txBox="1"/>
          <p:nvPr/>
        </p:nvSpPr>
        <p:spPr>
          <a:xfrm>
            <a:off x="172449" y="1053975"/>
            <a:ext cx="515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08f0d11a9_1_43"/>
          <p:cNvSpPr txBox="1"/>
          <p:nvPr/>
        </p:nvSpPr>
        <p:spPr>
          <a:xfrm>
            <a:off x="3156300" y="497400"/>
            <a:ext cx="28314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8" name="Google Shape;178;g3208f0d11a9_1_43"/>
          <p:cNvSpPr txBox="1"/>
          <p:nvPr/>
        </p:nvSpPr>
        <p:spPr>
          <a:xfrm>
            <a:off x="390826" y="1090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1. How does the priority queue using DLL handle elements with the same priority?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Answer:Elements with the same priority are inserted in the order they arrive, maintaining their relative order.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g3208f0d11a9_1_43"/>
          <p:cNvSpPr txBox="1"/>
          <p:nvPr/>
        </p:nvSpPr>
        <p:spPr>
          <a:xfrm>
            <a:off x="172449" y="1053975"/>
            <a:ext cx="51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08f0d11a9_1_55"/>
          <p:cNvSpPr txBox="1"/>
          <p:nvPr/>
        </p:nvSpPr>
        <p:spPr>
          <a:xfrm>
            <a:off x="3156300" y="497400"/>
            <a:ext cx="28314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5" name="Google Shape;185;g3208f0d11a9_1_55"/>
          <p:cNvSpPr txBox="1"/>
          <p:nvPr/>
        </p:nvSpPr>
        <p:spPr>
          <a:xfrm>
            <a:off x="390826" y="1090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2. What is the time complexity of the enqueue operation in the DLL-based priority queue?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The time complexity of the enqueue operation is O(n), where n is the number of elements in the priority queue.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g3208f0d11a9_1_55"/>
          <p:cNvSpPr txBox="1"/>
          <p:nvPr/>
        </p:nvSpPr>
        <p:spPr>
          <a:xfrm>
            <a:off x="172449" y="1053975"/>
            <a:ext cx="51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08f0d11a9_1_61"/>
          <p:cNvSpPr txBox="1"/>
          <p:nvPr/>
        </p:nvSpPr>
        <p:spPr>
          <a:xfrm>
            <a:off x="3156300" y="497400"/>
            <a:ext cx="28314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2" name="Google Shape;192;g3208f0d11a9_1_61"/>
          <p:cNvSpPr txBox="1"/>
          <p:nvPr/>
        </p:nvSpPr>
        <p:spPr>
          <a:xfrm>
            <a:off x="390826" y="1090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3. How does the dequeue operation work in the DLL-based priority queue?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Answer:The dequeue operation removes and returns the element with the highest priority (lowest numerical priority value).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g3208f0d11a9_1_61"/>
          <p:cNvSpPr txBox="1"/>
          <p:nvPr/>
        </p:nvSpPr>
        <p:spPr>
          <a:xfrm>
            <a:off x="172449" y="1053975"/>
            <a:ext cx="51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08f0d11a9_1_67"/>
          <p:cNvSpPr txBox="1"/>
          <p:nvPr/>
        </p:nvSpPr>
        <p:spPr>
          <a:xfrm>
            <a:off x="3156300" y="497400"/>
            <a:ext cx="28314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9" name="Google Shape;199;g3208f0d11a9_1_67"/>
          <p:cNvSpPr txBox="1"/>
          <p:nvPr/>
        </p:nvSpPr>
        <p:spPr>
          <a:xfrm>
            <a:off x="390826" y="11668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4. Can the priority queue handle elements of any data type?</a:t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Answer:The implementation provided in the answer is specific to integers. To handle elements of any data type, you can use Java generics.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g3208f0d11a9_1_67"/>
          <p:cNvSpPr txBox="1"/>
          <p:nvPr/>
        </p:nvSpPr>
        <p:spPr>
          <a:xfrm>
            <a:off x="172449" y="1053975"/>
            <a:ext cx="51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08f0d11a9_1_73"/>
          <p:cNvSpPr txBox="1"/>
          <p:nvPr/>
        </p:nvSpPr>
        <p:spPr>
          <a:xfrm>
            <a:off x="3156300" y="497400"/>
            <a:ext cx="2831400" cy="6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182E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6" name="Google Shape;206;g3208f0d11a9_1_73"/>
          <p:cNvSpPr txBox="1"/>
          <p:nvPr/>
        </p:nvSpPr>
        <p:spPr>
          <a:xfrm>
            <a:off x="390826" y="1090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GB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5. What is the advantage of using a Doubly Linked List for implementing a priority queue?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Answer:The advantage of using a Doubly Linked List is that it allows efficient insertion and removal of elements based on priority, especially when compared to a singly linked list. This is because DLLs support traversal in both directions, making it easier to find the correct position for insertion or removal.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g3208f0d11a9_1_73"/>
          <p:cNvSpPr txBox="1"/>
          <p:nvPr/>
        </p:nvSpPr>
        <p:spPr>
          <a:xfrm>
            <a:off x="172449" y="1053975"/>
            <a:ext cx="51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3" name="Google Shape;2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6" name="Google Shape;226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