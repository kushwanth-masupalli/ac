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5143500" cx="9144000"/>
  <p:notesSz cx="6858000" cy="9144000"/>
  <p:embeddedFontLst>
    <p:embeddedFont>
      <p:font typeface="Roboto Black"/>
      <p:bold r:id="rId31"/>
      <p:boldItalic r:id="rId32"/>
    </p:embeddedFont>
    <p:embeddedFont>
      <p:font typeface="Robo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guide id="7" pos="1757">
          <p15:clr>
            <a:srgbClr val="747775"/>
          </p15:clr>
        </p15:guide>
      </p15:sldGuideLst>
    </p:ext>
    <p:ext uri="GoogleSlidesCustomDataVersion2">
      <go:slidesCustomData xmlns:go="http://customooxmlschemas.google.com/" r:id="rId37" roundtripDataSignature="AMtx7mgvrbfne3c+B0mtxhUCBiIb3lxK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AEDB97-99F9-4235-B345-1B22B913605B}">
  <a:tblStyle styleId="{38AEDB97-99F9-4235-B345-1B22B913605B}"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 pos="175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lack-bold.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regular.fntdata"/><Relationship Id="rId10" Type="http://schemas.openxmlformats.org/officeDocument/2006/relationships/slide" Target="slides/slide3.xml"/><Relationship Id="rId32" Type="http://schemas.openxmlformats.org/officeDocument/2006/relationships/font" Target="fonts/RobotoBlack-boldItalic.fntdata"/><Relationship Id="rId13" Type="http://schemas.openxmlformats.org/officeDocument/2006/relationships/slide" Target="slides/slide6.xml"/><Relationship Id="rId35" Type="http://schemas.openxmlformats.org/officeDocument/2006/relationships/font" Target="fonts/Roboto-italic.fntdata"/><Relationship Id="rId12" Type="http://schemas.openxmlformats.org/officeDocument/2006/relationships/slide" Target="slides/slide5.xml"/><Relationship Id="rId34" Type="http://schemas.openxmlformats.org/officeDocument/2006/relationships/font" Target="fonts/Roboto-bold.fntdata"/><Relationship Id="rId15" Type="http://schemas.openxmlformats.org/officeDocument/2006/relationships/slide" Target="slides/slide8.xml"/><Relationship Id="rId37" Type="http://customschemas.google.com/relationships/presentationmetadata" Target="metadata"/><Relationship Id="rId14" Type="http://schemas.openxmlformats.org/officeDocument/2006/relationships/slide" Target="slides/slide7.xml"/><Relationship Id="rId36" Type="http://schemas.openxmlformats.org/officeDocument/2006/relationships/font" Target="fonts/Roboto-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2041119a6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2" name="Google Shape;112;g32041119a6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08a65c9f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9" name="Google Shape;119;g3208a65c9f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08a65c9fe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208a65c9fe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08a65c9fe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3" name="Google Shape;133;g3208a65c9fe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208a65c9fe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0" name="Google Shape;140;g3208a65c9fe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208a65c9f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7" name="Google Shape;147;g3208a65c9fe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25da807e4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4" name="Google Shape;154;g325da807e4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208a65c9fe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0" name="Google Shape;160;g3208a65c9fe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25da807e4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6" name="Google Shape;166;g325da807e41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208a65c9fe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3" name="Google Shape;173;g3208a65c9fe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208a65c9fe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0" name="Google Shape;180;g3208a65c9fe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5da807e41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7" name="Google Shape;187;g325da807e41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08a65c9fe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3" name="Google Shape;193;g3208a65c9fe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08a65c9fe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9" name="Google Shape;199;g3208a65c9fe_0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6" name="Google Shape;206;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3" name="Google Shape;213;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0" name="Google Shape;220;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7" name="Google Shape;227;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204327b395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4" name="Google Shape;234;g3204327b395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2.xml"/><Relationship Id="rId12" Type="http://schemas.openxmlformats.org/officeDocument/2006/relationships/slideLayout" Target="../slideLayouts/slideLayout21.xml"/><Relationship Id="rId1" Type="http://schemas.openxmlformats.org/officeDocument/2006/relationships/image" Target="../media/image5.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1.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hyperlink" Target="https://learn.codemithra.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3.jp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2000" u="none" cap="none" strike="noStrike">
                <a:solidFill>
                  <a:schemeClr val="lt1"/>
                </a:solidFill>
                <a:latin typeface="Times New Roman"/>
                <a:ea typeface="Times New Roman"/>
                <a:cs typeface="Times New Roman"/>
                <a:sym typeface="Times New Roman"/>
              </a:rPr>
              <a:t>ITERATIVE TOWER OF HANOI</a:t>
            </a:r>
            <a:endParaRPr b="1" i="0" sz="20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2041119a69_0_0"/>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
        <p:nvSpPr>
          <p:cNvPr id="115" name="Google Shape;115;g32041119a69_0_0"/>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16" name="Google Shape;116;g32041119a69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215900" lvl="0" marL="2286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Tower of Hanoi is a classic mathematical puzzle that involves three rods and a set of disks of different sizes. The objective of the puzzle is to move the entire stack of disks from one rod to another, subject to the following rules: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Only one disk can be moved at a time.</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A disk can only be placed on top of a larger disk or an empty rod.</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No disk can be placed on top of a smaller disk.</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208a65c9fe_0_0"/>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
        <p:nvSpPr>
          <p:cNvPr id="122" name="Google Shape;122;g3208a65c9fe_0_0"/>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23" name="Google Shape;123;g3208a65c9fe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The puzzle starts with all the disks stacked in decreasing order of size on one rod (the source rod) and the other two rods (auxiliary and destination rods) are empty. The challenge is to move the entire stack of disks to the destination rod using the auxiliary rod as an intermediate step.</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08a65c9fe_0_6"/>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
        <p:nvSpPr>
          <p:cNvPr id="129" name="Google Shape;129;g3208a65c9fe_0_6"/>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pic>
        <p:nvPicPr>
          <p:cNvPr id="130" name="Google Shape;130;g3208a65c9fe_0_6"/>
          <p:cNvPicPr preferRelativeResize="0"/>
          <p:nvPr/>
        </p:nvPicPr>
        <p:blipFill rotWithShape="1">
          <a:blip r:embed="rId3">
            <a:alphaModFix/>
          </a:blip>
          <a:srcRect b="0" l="0" r="0" t="0"/>
          <a:stretch/>
        </p:blipFill>
        <p:spPr>
          <a:xfrm>
            <a:off x="1257650" y="1643325"/>
            <a:ext cx="6827750" cy="2730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208a65c9fe_0_13"/>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
        <p:nvSpPr>
          <p:cNvPr id="136" name="Google Shape;136;g3208a65c9fe_0_13"/>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ITERATIVE APPROACH</a:t>
            </a:r>
            <a:endParaRPr b="0" i="0" sz="1400" u="none" cap="none" strike="noStrike">
              <a:solidFill>
                <a:srgbClr val="000000"/>
              </a:solidFill>
              <a:latin typeface="Arial"/>
              <a:ea typeface="Arial"/>
              <a:cs typeface="Arial"/>
              <a:sym typeface="Arial"/>
            </a:endParaRPr>
          </a:p>
        </p:txBody>
      </p:sp>
      <p:sp>
        <p:nvSpPr>
          <p:cNvPr id="137" name="Google Shape;137;g3208a65c9fe_0_13"/>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215900" lvl="0" marL="2286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iterative approach to solving the Tower of Hanoi problem involves using a stack data structure to keep track of the movements of the disks. </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We maintain three pegs (A, B, and C), and we start with all the disks on peg A. </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goal is to move all the disks to peg C following the rules of the problem.</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208a65c9fe_0_20"/>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
        <p:nvSpPr>
          <p:cNvPr id="143" name="Google Shape;143;g3208a65c9fe_0_20"/>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ITERATIVE APPROACH ALGORITHM</a:t>
            </a:r>
            <a:endParaRPr b="0" i="0" sz="1400" u="none" cap="none" strike="noStrike">
              <a:solidFill>
                <a:srgbClr val="000000"/>
              </a:solidFill>
              <a:latin typeface="Arial"/>
              <a:ea typeface="Arial"/>
              <a:cs typeface="Arial"/>
              <a:sym typeface="Arial"/>
            </a:endParaRPr>
          </a:p>
        </p:txBody>
      </p:sp>
      <p:sp>
        <p:nvSpPr>
          <p:cNvPr id="144" name="Google Shape;144;g3208a65c9fe_0_2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For an even number of disks: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Make the legal move between source and auxiliary pegs.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Make the legal move between source and destination pegs.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Make the legal move between auxiliary and destination pegs.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Repeat steps 1-3 until the disks are sorted.</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208a65c9fe_0_28"/>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
        <p:nvSpPr>
          <p:cNvPr id="150" name="Google Shape;150;g3208a65c9fe_0_28"/>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ITERATIVE APPROACH ALGORITHM</a:t>
            </a:r>
            <a:endParaRPr b="0" i="0" sz="1400" u="none" cap="none" strike="noStrike">
              <a:solidFill>
                <a:srgbClr val="000000"/>
              </a:solidFill>
              <a:latin typeface="Arial"/>
              <a:ea typeface="Arial"/>
              <a:cs typeface="Arial"/>
              <a:sym typeface="Arial"/>
            </a:endParaRPr>
          </a:p>
        </p:txBody>
      </p:sp>
      <p:sp>
        <p:nvSpPr>
          <p:cNvPr id="151" name="Google Shape;151;g3208a65c9fe_0_2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For an odd number of disks: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Make the legal move between source and destination pegs.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Make the legal move between source and auxiliary pegs.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Make the legal move between auxiliary and destination pegs.</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Repeat steps 1-3 until the disks are sorted.</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25da807e41_0_0"/>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graphicFrame>
        <p:nvGraphicFramePr>
          <p:cNvPr id="157" name="Google Shape;157;g325da807e41_0_0"/>
          <p:cNvGraphicFramePr/>
          <p:nvPr/>
        </p:nvGraphicFramePr>
        <p:xfrm>
          <a:off x="3" y="926751"/>
          <a:ext cx="3000000" cy="3000000"/>
        </p:xfrm>
        <a:graphic>
          <a:graphicData uri="http://schemas.openxmlformats.org/drawingml/2006/table">
            <a:tbl>
              <a:tblPr bandRow="1" firstRow="1">
                <a:noFill/>
                <a:tableStyleId>{38AEDB97-99F9-4235-B345-1B22B913605B}</a:tableStyleId>
              </a:tblPr>
              <a:tblGrid>
                <a:gridCol w="4723575"/>
                <a:gridCol w="44204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java.util.Stack;</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static void towerOfHanoi(int numDisks, char source, char auxiliary, char destination)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Create three stacks to represent the three rods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Stack&lt;Integer&gt; sourceStack = new Stack&lt;&gt;();</a:t>
                      </a:r>
                      <a:r>
                        <a:rPr lang="en-GB" sz="1300" u="none" cap="none" strike="noStrike"/>
                        <a:t>  </a:t>
                      </a:r>
                      <a:r>
                        <a:rPr b="0" lang="en-GB" sz="1300" u="none" cap="none" strike="noStrike">
                          <a:solidFill>
                            <a:srgbClr val="000000"/>
                          </a:solidFill>
                          <a:latin typeface="Consolas"/>
                          <a:ea typeface="Consolas"/>
                          <a:cs typeface="Consolas"/>
                          <a:sym typeface="Consolas"/>
                        </a:rPr>
                        <a:t>    Stack&lt;Integer&gt; auxiliaryStack = new Stack&lt;&gt;(); Stack&lt;Integer&gt; destinationStack = new Stack&lt;&gt;();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Initialize the source rod with disks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i = numDisks; i &gt;= 1; i--)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sourceStack.push(i);</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Total number of moves required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totalMoves = (int) Math.pow(2, numDisks) - 1;</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Determine the order of pegs for odd/even number of disks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temp;</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(numDisks % 2 == 0)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temp = auxiliary;</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auxiliary = destination;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destination = temp;</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Perform iterative Tower of Hanoi</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move = 1; move &lt;= totalMoves; move++)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(move % 3 == 1)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moveDisk(sourceStack, destinationStack, source, destination);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else if (move % 3 == 2)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moveDisk(sourceStack, auxiliaryStack, source, auxiliary);</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208a65c9fe_0_36"/>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graphicFrame>
        <p:nvGraphicFramePr>
          <p:cNvPr id="163" name="Google Shape;163;g3208a65c9fe_0_36"/>
          <p:cNvGraphicFramePr/>
          <p:nvPr/>
        </p:nvGraphicFramePr>
        <p:xfrm>
          <a:off x="76203" y="926751"/>
          <a:ext cx="3000000" cy="3000000"/>
        </p:xfrm>
        <a:graphic>
          <a:graphicData uri="http://schemas.openxmlformats.org/drawingml/2006/table">
            <a:tbl>
              <a:tblPr bandRow="1" firstRow="1">
                <a:noFill/>
                <a:tableStyleId>{38AEDB97-99F9-4235-B345-1B22B913605B}</a:tableStyleId>
              </a:tblPr>
              <a:tblGrid>
                <a:gridCol w="4723575"/>
                <a:gridCol w="44204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else if (move % 3 == 0)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moveDisk(auxiliaryStack, destinationStack, auxiliary, destination);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static void moveDisk(Stack&lt;Integer&gt; sourceStack, Stack&lt;Integer&gt; destinationStack, char source, char destination)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(!sourceStack.isEmpty() &amp;&amp; (destinationStack.isEmpty() || sourceStack.peek() &lt; destinationStack.peek()))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destinationStack.push(sourceStack.pop());</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System.out.println("Move disk " + destinationStack.peek() + " from " + source + " to " + destination);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else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sourceStack.push(destinationStack.pop());</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System.out.println("Move disk " + sourceStack.peek() + " from " + destination + " to " + source);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void main(String[] args)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numDisks = 3; // Change the number of disks as needed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source = 'A';</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auxiliary = 'B';</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destination = 'C';</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towerOfHanoi(numDisks, source, auxiliary, destination);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25da807e41_0_6"/>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TIME AND SPACE COMPLEXITY</a:t>
            </a:r>
            <a:endParaRPr b="0" i="0" sz="1400" u="none" cap="none" strike="noStrike">
              <a:solidFill>
                <a:srgbClr val="000000"/>
              </a:solidFill>
              <a:latin typeface="Arial"/>
              <a:ea typeface="Arial"/>
              <a:cs typeface="Arial"/>
              <a:sym typeface="Arial"/>
            </a:endParaRPr>
          </a:p>
        </p:txBody>
      </p:sp>
      <p:sp>
        <p:nvSpPr>
          <p:cNvPr id="169" name="Google Shape;169;g325da807e41_0_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Time complexity:The time complexity of the iterative Tower of Hanoi algorithm is O(2^n), where n is the number of disks. This means that the number of moves required doubles for each additional disk.</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Space Complexity:The space complexity is O(N) because we use three stacks to represent the pegs, and each stack can hold up to n disks.</a:t>
            </a:r>
            <a:endParaRPr b="0" i="0" sz="1600" u="none" cap="none" strike="noStrike">
              <a:solidFill>
                <a:schemeClr val="dk1"/>
              </a:solidFill>
              <a:latin typeface="Consolas"/>
              <a:ea typeface="Consolas"/>
              <a:cs typeface="Consolas"/>
              <a:sym typeface="Consolas"/>
            </a:endParaRPr>
          </a:p>
        </p:txBody>
      </p:sp>
      <p:sp>
        <p:nvSpPr>
          <p:cNvPr id="170" name="Google Shape;170;g325da807e41_0_6"/>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208a65c9fe_0_41"/>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RECURSIVE ALGORITHM</a:t>
            </a:r>
            <a:endParaRPr b="0" i="0" sz="1400" u="none" cap="none" strike="noStrike">
              <a:solidFill>
                <a:srgbClr val="000000"/>
              </a:solidFill>
              <a:latin typeface="Arial"/>
              <a:ea typeface="Arial"/>
              <a:cs typeface="Arial"/>
              <a:sym typeface="Arial"/>
            </a:endParaRPr>
          </a:p>
        </p:txBody>
      </p:sp>
      <p:sp>
        <p:nvSpPr>
          <p:cNvPr id="176" name="Google Shape;176;g3208a65c9fe_0_41"/>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 recursive algorithm is a problem-solving approach where a function calls itself to solve smaller instances of the same problem. It breaks a complex problem into simpler, identical subproblems, with each recursion reducing the problem size until it reaches a base case. The base case provides the termination condition to stop recursion. Recursive algorithms are commonly used for tasks like tree traversal, sorting, and solving problems with inherent recursive structures.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
        <p:nvSpPr>
          <p:cNvPr id="177" name="Google Shape;177;g3208a65c9fe_0_41"/>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208a65c9fe_0_47"/>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RECURSIVE ALGORITHM</a:t>
            </a:r>
            <a:endParaRPr b="0" i="0" sz="1400" u="none" cap="none" strike="noStrike">
              <a:solidFill>
                <a:srgbClr val="000000"/>
              </a:solidFill>
              <a:latin typeface="Arial"/>
              <a:ea typeface="Arial"/>
              <a:cs typeface="Arial"/>
              <a:sym typeface="Arial"/>
            </a:endParaRPr>
          </a:p>
        </p:txBody>
      </p:sp>
      <p:sp>
        <p:nvSpPr>
          <p:cNvPr id="183" name="Google Shape;183;g3208a65c9fe_0_47"/>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If there is only one disk, move it from the source rod to the destination rod.</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If there are more than one disks: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 Move the top n-1 disks from the source rod to the auxiliary rod using the destination rod as an auxiliary.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b. Move the nth disk from the source rod to the destination rod.</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c. Move the n-1 disks from the auxiliary rod to the destination rod using the source rod as an auxiliary.</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
        <p:nvSpPr>
          <p:cNvPr id="184" name="Google Shape;184;g3208a65c9fe_0_47"/>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25da807e41_0_12"/>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
        <p:nvSpPr>
          <p:cNvPr id="190" name="Google Shape;190;g325da807e41_0_12"/>
          <p:cNvSpPr txBox="1"/>
          <p:nvPr/>
        </p:nvSpPr>
        <p:spPr>
          <a:xfrm>
            <a:off x="574700" y="647200"/>
            <a:ext cx="7794600" cy="427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public class Main {</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public static void main(String[] args) {</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int n = 3; </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towerOfHanoi(n, 'A', 'C', 'B');</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public static void towerOfHanoi(int n, char source, char destination, char auxiliary) {</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if (n == 1) {</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System.out.println("Move disk 1 from " + source + " to " + destination);</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return;</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towerOfHanoi(n - 1, source, auxiliary, destination);</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System.out.println("Move disk " + n + " from " + source + " to " + destination);</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towerOfHanoi(n - 1, auxiliary, destination, source);</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    }</a:t>
            </a:r>
            <a:endParaRPr b="1"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208a65c9fe_0_60"/>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
        <p:nvSpPr>
          <p:cNvPr id="196" name="Google Shape;196;g3208a65c9fe_0_60"/>
          <p:cNvSpPr txBox="1"/>
          <p:nvPr/>
        </p:nvSpPr>
        <p:spPr>
          <a:xfrm>
            <a:off x="1603766" y="647200"/>
            <a:ext cx="7794600" cy="441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import java.util.*;</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class Main{</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public static void main(String[] args) {</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Scanner s1=new Scanner(System.in);</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System.out.print("Enter the number of disks-");</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int n=s1.nextInt();</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towerofHanoi(n,'A','B','C');</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public static void towerofHanoi(int n,char fromrod,char helperrod,char torod){</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if(n==1)</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System.out.println("Move disk from " + fromrod + "-&gt;" + torod);</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return;</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  </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towerofHanoi(n-1,fromrod,torod,helperrod);</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towerofHanoi(1,fromrod,helperrod,torod);</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towerofHanoi(n-1,helperrod,fromrod,torod);</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Consolas"/>
                <a:ea typeface="Consolas"/>
                <a:cs typeface="Consolas"/>
                <a:sym typeface="Consolas"/>
              </a:rPr>
              <a:t>}}</a:t>
            </a:r>
            <a:endParaRPr b="0" i="0"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208a65c9fe_0_65"/>
          <p:cNvSpPr txBox="1"/>
          <p:nvPr/>
        </p:nvSpPr>
        <p:spPr>
          <a:xfrm>
            <a:off x="172450" y="901575"/>
            <a:ext cx="777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RECURSIVE ALGORITHM TIME AND SPACE COMPLEXITY</a:t>
            </a:r>
            <a:endParaRPr b="0" i="0" sz="1400" u="none" cap="none" strike="noStrike">
              <a:solidFill>
                <a:srgbClr val="000000"/>
              </a:solidFill>
              <a:latin typeface="Arial"/>
              <a:ea typeface="Arial"/>
              <a:cs typeface="Arial"/>
              <a:sym typeface="Arial"/>
            </a:endParaRPr>
          </a:p>
        </p:txBody>
      </p:sp>
      <p:sp>
        <p:nvSpPr>
          <p:cNvPr id="202" name="Google Shape;202;g3208a65c9fe_0_65"/>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Time Complexity: O(2^n) where n is the number of disks due to the doubling of steps with each additional disk.</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Space Complexity: O(N) due to the space used by the call stack with a maximum of n simultaneous recursive calls.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
        <p:nvSpPr>
          <p:cNvPr id="203" name="Google Shape;203;g3208a65c9fe_0_65"/>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ITERATIVE TOWER OF HANOI</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09" name="Google Shape;209;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1. What is the Tower of Hanoi problem?</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10" name="Google Shape;210;g31fdec52c72_0_308"/>
          <p:cNvSpPr txBox="1"/>
          <p:nvPr/>
        </p:nvSpPr>
        <p:spPr>
          <a:xfrm>
            <a:off x="436323" y="1779900"/>
            <a:ext cx="74922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Tower of Hanoi is a classic mathematical puzzle that involves moving a stack of disks from one rod to another, subject to certain rules.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16" name="Google Shape;216;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0" lang="en-GB" sz="1600" u="none" cap="none" strike="noStrike">
                <a:solidFill>
                  <a:srgbClr val="FF0000"/>
                </a:solidFill>
                <a:latin typeface="Consolas"/>
                <a:ea typeface="Consolas"/>
                <a:cs typeface="Consolas"/>
                <a:sym typeface="Consolas"/>
              </a:rPr>
              <a:t>2. What are the rules of the Tower of Hanoi puzzle?</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17" name="Google Shape;217;g3243a3cdda7_0_819"/>
          <p:cNvSpPr txBox="1"/>
          <p:nvPr/>
        </p:nvSpPr>
        <p:spPr>
          <a:xfrm>
            <a:off x="418725" y="1932300"/>
            <a:ext cx="8086800" cy="2924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Answer: The rules are: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Only one disk can be moved at a time.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A larger disk cannot be placed on top of a smaller disk.</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Disks can only be moved from the top of one stack to the top of another stack (or an empty rod).</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23" name="Google Shape;223;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 How can the Tower of Hanoi problem be solved recursively?</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24" name="Google Shape;224;g3243a3cdda7_0_825"/>
          <p:cNvSpPr txBox="1"/>
          <p:nvPr/>
        </p:nvSpPr>
        <p:spPr>
          <a:xfrm>
            <a:off x="436323" y="2008500"/>
            <a:ext cx="7492200" cy="4032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Answer: The problem can be solved by breaking it down into smaller subproblems. For a stack of n disks, you can solve it by: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Moving the top n1 disks to an auxiliary rod.</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Moving the largest disk to the destination rod.</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Moving the n1 disks from the auxiliary rod to the destination rod.</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0" name="Google Shape;230;g3243a3cdda7_0_831"/>
          <p:cNvSpPr txBox="1"/>
          <p:nvPr/>
        </p:nvSpPr>
        <p:spPr>
          <a:xfrm>
            <a:off x="0" y="1170000"/>
            <a:ext cx="79284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4. What is the time complexity of the recursive Tower of Hanoi algorithm?</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31" name="Google Shape;231;g3243a3cdda7_0_831"/>
          <p:cNvSpPr txBox="1"/>
          <p:nvPr/>
        </p:nvSpPr>
        <p:spPr>
          <a:xfrm>
            <a:off x="436323" y="1932300"/>
            <a:ext cx="7492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time complexity is O(2^n), where n is the number of disks.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204327b395_0_94"/>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7" name="Google Shape;237;g3204327b395_0_94"/>
          <p:cNvSpPr txBox="1"/>
          <p:nvPr/>
        </p:nvSpPr>
        <p:spPr>
          <a:xfrm>
            <a:off x="0" y="1170000"/>
            <a:ext cx="79284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5.Are there real-world applications of the Tower of Hanoi problem?</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38" name="Google Shape;238;g3204327b395_0_94"/>
          <p:cNvSpPr txBox="1"/>
          <p:nvPr/>
        </p:nvSpPr>
        <p:spPr>
          <a:xfrm>
            <a:off x="436323" y="1932300"/>
            <a:ext cx="74922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While it's a classic puzzle, the Tower of Hanoi has applications in computer science, particularly in algorithm analysis and recursion.</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44" name="Google Shape;244;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45" name="Google Shape;245;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51" name="Google Shape;251;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52" name="Google Shape;252;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53" name="Google Shape;253;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54" name="Google Shape;254;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55" name="Google Shape;255;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56" name="Google Shape;256;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57" name="Google Shape;257;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58" name="Google Shape;258;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59" name="Google Shape;259;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60" name="Google Shape;260;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61" name="Google Shape;261;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