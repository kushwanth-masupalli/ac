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67"/>
  </p:notesMasterIdLst>
  <p:handoutMasterIdLst>
    <p:handoutMasterId r:id="rId68"/>
  </p:handoutMasterIdLst>
  <p:sldIdLst>
    <p:sldId id="271" r:id="rId5"/>
    <p:sldId id="301" r:id="rId6"/>
    <p:sldId id="303" r:id="rId7"/>
    <p:sldId id="330" r:id="rId8"/>
    <p:sldId id="331" r:id="rId9"/>
    <p:sldId id="332" r:id="rId10"/>
    <p:sldId id="333" r:id="rId11"/>
    <p:sldId id="360" r:id="rId12"/>
    <p:sldId id="334" r:id="rId13"/>
    <p:sldId id="335" r:id="rId14"/>
    <p:sldId id="420" r:id="rId15"/>
    <p:sldId id="343" r:id="rId16"/>
    <p:sldId id="344" r:id="rId17"/>
    <p:sldId id="345" r:id="rId18"/>
    <p:sldId id="346" r:id="rId19"/>
    <p:sldId id="336" r:id="rId20"/>
    <p:sldId id="347" r:id="rId21"/>
    <p:sldId id="348" r:id="rId22"/>
    <p:sldId id="349" r:id="rId23"/>
    <p:sldId id="337" r:id="rId24"/>
    <p:sldId id="338" r:id="rId25"/>
    <p:sldId id="339" r:id="rId26"/>
    <p:sldId id="340" r:id="rId27"/>
    <p:sldId id="355" r:id="rId28"/>
    <p:sldId id="341" r:id="rId29"/>
    <p:sldId id="342" r:id="rId30"/>
    <p:sldId id="314" r:id="rId31"/>
    <p:sldId id="329" r:id="rId32"/>
    <p:sldId id="357" r:id="rId33"/>
    <p:sldId id="350" r:id="rId34"/>
    <p:sldId id="310" r:id="rId35"/>
    <p:sldId id="311" r:id="rId36"/>
    <p:sldId id="358" r:id="rId37"/>
    <p:sldId id="359" r:id="rId38"/>
    <p:sldId id="362" r:id="rId39"/>
    <p:sldId id="363" r:id="rId40"/>
    <p:sldId id="364" r:id="rId41"/>
    <p:sldId id="365" r:id="rId42"/>
    <p:sldId id="368" r:id="rId43"/>
    <p:sldId id="367" r:id="rId44"/>
    <p:sldId id="373" r:id="rId45"/>
    <p:sldId id="374" r:id="rId46"/>
    <p:sldId id="375" r:id="rId47"/>
    <p:sldId id="376" r:id="rId48"/>
    <p:sldId id="377" r:id="rId49"/>
    <p:sldId id="378" r:id="rId50"/>
    <p:sldId id="379" r:id="rId51"/>
    <p:sldId id="384" r:id="rId52"/>
    <p:sldId id="385" r:id="rId53"/>
    <p:sldId id="389" r:id="rId54"/>
    <p:sldId id="390" r:id="rId55"/>
    <p:sldId id="392" r:id="rId56"/>
    <p:sldId id="391" r:id="rId57"/>
    <p:sldId id="393" r:id="rId58"/>
    <p:sldId id="394" r:id="rId59"/>
    <p:sldId id="383" r:id="rId60"/>
    <p:sldId id="397" r:id="rId61"/>
    <p:sldId id="415" r:id="rId62"/>
    <p:sldId id="406" r:id="rId63"/>
    <p:sldId id="407" r:id="rId64"/>
    <p:sldId id="410" r:id="rId65"/>
    <p:sldId id="414" r:id="rId66"/>
  </p:sldIdLst>
  <p:sldSz cx="9144000" cy="5715000" type="screen16x10"/>
  <p:notesSz cx="6645275" cy="9174163"/>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 uri="{2D200454-40CA-4A62-9FC3-DE9A4176ACB9}">
      <p15:notesGuideLst xmlns:p15="http://schemas.microsoft.com/office/powerpoint/2012/main">
        <p15:guide id="1" orient="horz" pos="2890">
          <p15:clr>
            <a:srgbClr val="A4A3A4"/>
          </p15:clr>
        </p15:guide>
        <p15:guide id="2" pos="209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FF0000"/>
    <a:srgbClr val="B2F3FC"/>
    <a:srgbClr val="FFFFCC"/>
    <a:srgbClr val="C512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DDA094-3C37-557B-FFBE-F22F13095942}" v="8" dt="2023-07-05T20:18:23.627"/>
    <p1510:client id="{26134C8A-3090-45B6-B4AE-8A47493DDA93}" v="3" dt="2023-07-06T02:35:14.834"/>
    <p1510:client id="{2728B573-0A09-4D7C-BFFD-F7BA96E5DCF8}" v="1" dt="2023-07-05T15:58:32.017"/>
    <p1510:client id="{2A9E715B-C0AA-4541-BB0B-DC0F860DAEAB}" v="2" dt="2023-07-05T19:32:41.008"/>
    <p1510:client id="{3667DAE3-7567-4FB3-9D43-A26F5BB79E83}" v="1" dt="2023-07-04T18:26:23.549"/>
    <p1510:client id="{6D427893-EDF9-4C7A-B9DE-3369D75905C4}" v="1" dt="2023-08-31T11:46:11.772"/>
    <p1510:client id="{785E21F4-3FDC-4A3C-BB14-4958DFA6A6DF}" v="1" dt="2023-06-29T17:55:03.416"/>
    <p1510:client id="{8055BB62-E179-471A-AFAA-5926E51BEADB}" v="1" dt="2023-06-30T09:40:41.959"/>
    <p1510:client id="{B8E269C1-7483-45F3-BB7E-07BFBA3CEBD3}" v="2" dt="2023-06-24T16:33:57.283"/>
    <p1510:client id="{E5FF8567-3305-4444-B504-027F9CC03EBA}" v="6" dt="2023-06-29T09:27:31.129"/>
    <p1510:client id="{FCEAA73D-CA2C-494C-AB9A-094F8DCF623D}" v="2" dt="2023-06-27T05:46:19.865"/>
    <p1510:client id="{FE14B787-794C-45E0-8729-5A885C113520}" v="2" dt="2023-07-05T14:42:18.2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090" y="67"/>
      </p:cViewPr>
      <p:guideLst>
        <p:guide orient="horz" pos="180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90"/>
        <p:guide pos="2093"/>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98"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9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HANI MALIK 21BCE8000" userId="S::suhani.21bce8000@vitapstudent.ac.in::8acb6fdd-3a49-4acd-a07e-13510b38e5e4" providerId="AD" clId="Web-{06DDA094-3C37-557B-FFBE-F22F13095942}"/>
    <pc:docChg chg="addSld delSld">
      <pc:chgData name="SUHANI MALIK 21BCE8000" userId="S::suhani.21bce8000@vitapstudent.ac.in::8acb6fdd-3a49-4acd-a07e-13510b38e5e4" providerId="AD" clId="Web-{06DDA094-3C37-557B-FFBE-F22F13095942}" dt="2023-07-05T20:18:21.548" v="1"/>
      <pc:docMkLst>
        <pc:docMk/>
      </pc:docMkLst>
      <pc:sldChg chg="add del">
        <pc:chgData name="SUHANI MALIK 21BCE8000" userId="S::suhani.21bce8000@vitapstudent.ac.in::8acb6fdd-3a49-4acd-a07e-13510b38e5e4" providerId="AD" clId="Web-{06DDA094-3C37-557B-FFBE-F22F13095942}" dt="2023-07-05T20:18:21.548" v="1"/>
        <pc:sldMkLst>
          <pc:docMk/>
          <pc:sldMk cId="711547212" sldId="339"/>
        </pc:sldMkLst>
      </pc:sldChg>
    </pc:docChg>
  </pc:docChgLst>
  <pc:docChgLst>
    <pc:chgData name="NARU HEMA REDDY 21BCE8440" userId="S::hema.21bce8440@vitapstudent.ac.in::d7509c15-19cc-4edf-8b9d-99cfa790ff72" providerId="AD" clId="Web-{785E21F4-3FDC-4A3C-BB14-4958DFA6A6DF}"/>
    <pc:docChg chg="sldOrd">
      <pc:chgData name="NARU HEMA REDDY 21BCE8440" userId="S::hema.21bce8440@vitapstudent.ac.in::d7509c15-19cc-4edf-8b9d-99cfa790ff72" providerId="AD" clId="Web-{785E21F4-3FDC-4A3C-BB14-4958DFA6A6DF}" dt="2023-06-29T17:55:03.416" v="0"/>
      <pc:docMkLst>
        <pc:docMk/>
      </pc:docMkLst>
      <pc:sldChg chg="ord">
        <pc:chgData name="NARU HEMA REDDY 21BCE8440" userId="S::hema.21bce8440@vitapstudent.ac.in::d7509c15-19cc-4edf-8b9d-99cfa790ff72" providerId="AD" clId="Web-{785E21F4-3FDC-4A3C-BB14-4958DFA6A6DF}" dt="2023-06-29T17:55:03.416" v="0"/>
        <pc:sldMkLst>
          <pc:docMk/>
          <pc:sldMk cId="4086812970" sldId="410"/>
        </pc:sldMkLst>
      </pc:sldChg>
    </pc:docChg>
  </pc:docChgLst>
  <pc:docChgLst>
    <pc:chgData name="T.MOHITH  21BCE7056" userId="S::mohith.21bce7056@vitapstudent.ac.in::f7122ffd-f2e3-46e0-b41d-d553e5539fd4" providerId="AD" clId="Web-{B8E269C1-7483-45F3-BB7E-07BFBA3CEBD3}"/>
    <pc:docChg chg="modSld">
      <pc:chgData name="T.MOHITH  21BCE7056" userId="S::mohith.21bce7056@vitapstudent.ac.in::f7122ffd-f2e3-46e0-b41d-d553e5539fd4" providerId="AD" clId="Web-{B8E269C1-7483-45F3-BB7E-07BFBA3CEBD3}" dt="2023-06-24T16:33:57.283" v="1" actId="1076"/>
      <pc:docMkLst>
        <pc:docMk/>
      </pc:docMkLst>
      <pc:sldChg chg="modSp">
        <pc:chgData name="T.MOHITH  21BCE7056" userId="S::mohith.21bce7056@vitapstudent.ac.in::f7122ffd-f2e3-46e0-b41d-d553e5539fd4" providerId="AD" clId="Web-{B8E269C1-7483-45F3-BB7E-07BFBA3CEBD3}" dt="2023-06-24T16:33:57.283" v="1" actId="1076"/>
        <pc:sldMkLst>
          <pc:docMk/>
          <pc:sldMk cId="4213305740" sldId="347"/>
        </pc:sldMkLst>
        <pc:picChg chg="mod">
          <ac:chgData name="T.MOHITH  21BCE7056" userId="S::mohith.21bce7056@vitapstudent.ac.in::f7122ffd-f2e3-46e0-b41d-d553e5539fd4" providerId="AD" clId="Web-{B8E269C1-7483-45F3-BB7E-07BFBA3CEBD3}" dt="2023-06-24T16:33:57.283" v="1" actId="1076"/>
          <ac:picMkLst>
            <pc:docMk/>
            <pc:sldMk cId="4213305740" sldId="347"/>
            <ac:picMk id="7" creationId="{00000000-0000-0000-0000-000000000000}"/>
          </ac:picMkLst>
        </pc:picChg>
      </pc:sldChg>
    </pc:docChg>
  </pc:docChgLst>
  <pc:docChgLst>
    <pc:chgData name="T.MOHITH  21BCE7056" userId="S::mohith.21bce7056@vitapstudent.ac.in::f7122ffd-f2e3-46e0-b41d-d553e5539fd4" providerId="AD" clId="Web-{FCEAA73D-CA2C-494C-AB9A-094F8DCF623D}"/>
    <pc:docChg chg="addSld delSld">
      <pc:chgData name="T.MOHITH  21BCE7056" userId="S::mohith.21bce7056@vitapstudent.ac.in::f7122ffd-f2e3-46e0-b41d-d553e5539fd4" providerId="AD" clId="Web-{FCEAA73D-CA2C-494C-AB9A-094F8DCF623D}" dt="2023-06-27T05:46:19.865" v="1"/>
      <pc:docMkLst>
        <pc:docMk/>
      </pc:docMkLst>
      <pc:sldChg chg="new del">
        <pc:chgData name="T.MOHITH  21BCE7056" userId="S::mohith.21bce7056@vitapstudent.ac.in::f7122ffd-f2e3-46e0-b41d-d553e5539fd4" providerId="AD" clId="Web-{FCEAA73D-CA2C-494C-AB9A-094F8DCF623D}" dt="2023-06-27T05:46:19.865" v="1"/>
        <pc:sldMkLst>
          <pc:docMk/>
          <pc:sldMk cId="3908239462" sldId="420"/>
        </pc:sldMkLst>
      </pc:sldChg>
    </pc:docChg>
  </pc:docChgLst>
  <pc:docChgLst>
    <pc:chgData name="RAKESH R 21BCE7539" userId="S::rakesh.21bce7539@vitapstudent.ac.in::53825e0c-97fc-44b5-adcd-6ca760212f8f" providerId="AD" clId="Web-{3667DAE3-7567-4FB3-9D43-A26F5BB79E83}"/>
    <pc:docChg chg="sldOrd">
      <pc:chgData name="RAKESH R 21BCE7539" userId="S::rakesh.21bce7539@vitapstudent.ac.in::53825e0c-97fc-44b5-adcd-6ca760212f8f" providerId="AD" clId="Web-{3667DAE3-7567-4FB3-9D43-A26F5BB79E83}" dt="2023-07-04T18:26:23.549" v="0"/>
      <pc:docMkLst>
        <pc:docMk/>
      </pc:docMkLst>
      <pc:sldChg chg="ord">
        <pc:chgData name="RAKESH R 21BCE7539" userId="S::rakesh.21bce7539@vitapstudent.ac.in::53825e0c-97fc-44b5-adcd-6ca760212f8f" providerId="AD" clId="Web-{3667DAE3-7567-4FB3-9D43-A26F5BB79E83}" dt="2023-07-04T18:26:23.549" v="0"/>
        <pc:sldMkLst>
          <pc:docMk/>
          <pc:sldMk cId="3272431070" sldId="392"/>
        </pc:sldMkLst>
      </pc:sldChg>
    </pc:docChg>
  </pc:docChgLst>
  <pc:docChgLst>
    <pc:chgData name="KOVVURI LAKSHMI THRAILOKYA 21BCE9967" userId="S::thrailokya.21bce9967@vitapstudent.ac.in::f0ae7721-00cc-4e57-8e70-75cd72d295cd" providerId="AD" clId="Web-{2A9E715B-C0AA-4541-BB0B-DC0F860DAEAB}"/>
    <pc:docChg chg="modSld">
      <pc:chgData name="KOVVURI LAKSHMI THRAILOKYA 21BCE9967" userId="S::thrailokya.21bce9967@vitapstudent.ac.in::f0ae7721-00cc-4e57-8e70-75cd72d295cd" providerId="AD" clId="Web-{2A9E715B-C0AA-4541-BB0B-DC0F860DAEAB}" dt="2023-07-05T19:32:41.008" v="1" actId="1076"/>
      <pc:docMkLst>
        <pc:docMk/>
      </pc:docMkLst>
      <pc:sldChg chg="modSp">
        <pc:chgData name="KOVVURI LAKSHMI THRAILOKYA 21BCE9967" userId="S::thrailokya.21bce9967@vitapstudent.ac.in::f0ae7721-00cc-4e57-8e70-75cd72d295cd" providerId="AD" clId="Web-{2A9E715B-C0AA-4541-BB0B-DC0F860DAEAB}" dt="2023-07-05T18:18:18.190" v="0" actId="1076"/>
        <pc:sldMkLst>
          <pc:docMk/>
          <pc:sldMk cId="3075460370" sldId="335"/>
        </pc:sldMkLst>
        <pc:picChg chg="mod">
          <ac:chgData name="KOVVURI LAKSHMI THRAILOKYA 21BCE9967" userId="S::thrailokya.21bce9967@vitapstudent.ac.in::f0ae7721-00cc-4e57-8e70-75cd72d295cd" providerId="AD" clId="Web-{2A9E715B-C0AA-4541-BB0B-DC0F860DAEAB}" dt="2023-07-05T18:18:18.190" v="0" actId="1076"/>
          <ac:picMkLst>
            <pc:docMk/>
            <pc:sldMk cId="3075460370" sldId="335"/>
            <ac:picMk id="7" creationId="{00000000-0000-0000-0000-000000000000}"/>
          </ac:picMkLst>
        </pc:picChg>
      </pc:sldChg>
      <pc:sldChg chg="modSp">
        <pc:chgData name="KOVVURI LAKSHMI THRAILOKYA 21BCE9967" userId="S::thrailokya.21bce9967@vitapstudent.ac.in::f0ae7721-00cc-4e57-8e70-75cd72d295cd" providerId="AD" clId="Web-{2A9E715B-C0AA-4541-BB0B-DC0F860DAEAB}" dt="2023-07-05T19:32:41.008" v="1" actId="1076"/>
        <pc:sldMkLst>
          <pc:docMk/>
          <pc:sldMk cId="967230288" sldId="404"/>
        </pc:sldMkLst>
        <pc:picChg chg="mod">
          <ac:chgData name="KOVVURI LAKSHMI THRAILOKYA 21BCE9967" userId="S::thrailokya.21bce9967@vitapstudent.ac.in::f0ae7721-00cc-4e57-8e70-75cd72d295cd" providerId="AD" clId="Web-{2A9E715B-C0AA-4541-BB0B-DC0F860DAEAB}" dt="2023-07-05T19:32:41.008" v="1" actId="1076"/>
          <ac:picMkLst>
            <pc:docMk/>
            <pc:sldMk cId="967230288" sldId="404"/>
            <ac:picMk id="9" creationId="{00000000-0000-0000-0000-000000000000}"/>
          </ac:picMkLst>
        </pc:picChg>
      </pc:sldChg>
    </pc:docChg>
  </pc:docChgLst>
  <pc:docChgLst>
    <pc:chgData name="CHERYL SHARMA 21BCE8624" userId="S::cheryl.21bce8624@vitapstudent.ac.in::1622152b-33fe-41ac-94ed-0791c5a679f7" providerId="AD" clId="Web-{8055BB62-E179-471A-AFAA-5926E51BEADB}"/>
    <pc:docChg chg="modSld">
      <pc:chgData name="CHERYL SHARMA 21BCE8624" userId="S::cheryl.21bce8624@vitapstudent.ac.in::1622152b-33fe-41ac-94ed-0791c5a679f7" providerId="AD" clId="Web-{8055BB62-E179-471A-AFAA-5926E51BEADB}" dt="2023-06-30T09:40:41.959" v="0" actId="1076"/>
      <pc:docMkLst>
        <pc:docMk/>
      </pc:docMkLst>
      <pc:sldChg chg="modSp">
        <pc:chgData name="CHERYL SHARMA 21BCE8624" userId="S::cheryl.21bce8624@vitapstudent.ac.in::1622152b-33fe-41ac-94ed-0791c5a679f7" providerId="AD" clId="Web-{8055BB62-E179-471A-AFAA-5926E51BEADB}" dt="2023-06-30T09:40:41.959" v="0" actId="1076"/>
        <pc:sldMkLst>
          <pc:docMk/>
          <pc:sldMk cId="1465571750" sldId="345"/>
        </pc:sldMkLst>
        <pc:picChg chg="mod">
          <ac:chgData name="CHERYL SHARMA 21BCE8624" userId="S::cheryl.21bce8624@vitapstudent.ac.in::1622152b-33fe-41ac-94ed-0791c5a679f7" providerId="AD" clId="Web-{8055BB62-E179-471A-AFAA-5926E51BEADB}" dt="2023-06-30T09:40:41.959" v="0" actId="1076"/>
          <ac:picMkLst>
            <pc:docMk/>
            <pc:sldMk cId="1465571750" sldId="345"/>
            <ac:picMk id="7" creationId="{00000000-0000-0000-0000-000000000000}"/>
          </ac:picMkLst>
        </pc:picChg>
      </pc:sldChg>
    </pc:docChg>
  </pc:docChgLst>
  <pc:docChgLst>
    <pc:chgData name="CHERYL SHARMA 21BCE8624" userId="S::cheryl.21bce8624@vitapstudent.ac.in::1622152b-33fe-41ac-94ed-0791c5a679f7" providerId="AD" clId="Web-{FE14B787-794C-45E0-8729-5A885C113520}"/>
    <pc:docChg chg="addSld">
      <pc:chgData name="CHERYL SHARMA 21BCE8624" userId="S::cheryl.21bce8624@vitapstudent.ac.in::1622152b-33fe-41ac-94ed-0791c5a679f7" providerId="AD" clId="Web-{FE14B787-794C-45E0-8729-5A885C113520}" dt="2023-07-05T14:42:18.229" v="1"/>
      <pc:docMkLst>
        <pc:docMk/>
      </pc:docMkLst>
      <pc:sldChg chg="new">
        <pc:chgData name="CHERYL SHARMA 21BCE8624" userId="S::cheryl.21bce8624@vitapstudent.ac.in::1622152b-33fe-41ac-94ed-0791c5a679f7" providerId="AD" clId="Web-{FE14B787-794C-45E0-8729-5A885C113520}" dt="2023-07-05T13:03:17.522" v="0"/>
        <pc:sldMkLst>
          <pc:docMk/>
          <pc:sldMk cId="374196235" sldId="420"/>
        </pc:sldMkLst>
      </pc:sldChg>
      <pc:sldChg chg="new">
        <pc:chgData name="CHERYL SHARMA 21BCE8624" userId="S::cheryl.21bce8624@vitapstudent.ac.in::1622152b-33fe-41ac-94ed-0791c5a679f7" providerId="AD" clId="Web-{FE14B787-794C-45E0-8729-5A885C113520}" dt="2023-07-05T14:42:18.229" v="1"/>
        <pc:sldMkLst>
          <pc:docMk/>
          <pc:sldMk cId="2006424161" sldId="421"/>
        </pc:sldMkLst>
      </pc:sldChg>
    </pc:docChg>
  </pc:docChgLst>
  <pc:docChgLst>
    <pc:chgData name="P LOKESH 21BCE9943" userId="S::lokesh.21bce9943@vitapstudent.ac.in::1a569887-615b-4a2f-b5fa-1d09f71fae73" providerId="AD" clId="Web-{2728B573-0A09-4D7C-BFFD-F7BA96E5DCF8}"/>
    <pc:docChg chg="sldOrd">
      <pc:chgData name="P LOKESH 21BCE9943" userId="S::lokesh.21bce9943@vitapstudent.ac.in::1a569887-615b-4a2f-b5fa-1d09f71fae73" providerId="AD" clId="Web-{2728B573-0A09-4D7C-BFFD-F7BA96E5DCF8}" dt="2023-07-05T15:58:32.017" v="0"/>
      <pc:docMkLst>
        <pc:docMk/>
      </pc:docMkLst>
      <pc:sldChg chg="ord">
        <pc:chgData name="P LOKESH 21BCE9943" userId="S::lokesh.21bce9943@vitapstudent.ac.in::1a569887-615b-4a2f-b5fa-1d09f71fae73" providerId="AD" clId="Web-{2728B573-0A09-4D7C-BFFD-F7BA96E5DCF8}" dt="2023-07-05T15:58:32.017" v="0"/>
        <pc:sldMkLst>
          <pc:docMk/>
          <pc:sldMk cId="592652449" sldId="372"/>
        </pc:sldMkLst>
      </pc:sldChg>
    </pc:docChg>
  </pc:docChgLst>
  <pc:docChgLst>
    <pc:chgData name="VELLANKI RAJESH 21BCE7359" userId="S::rajesh.21bce7359@vitapstudent.ac.in::aa72c14b-a23f-4c1c-8927-27ad96cf64b8" providerId="AD" clId="Web-{E5FF8567-3305-4444-B504-027F9CC03EBA}"/>
    <pc:docChg chg="modSld">
      <pc:chgData name="VELLANKI RAJESH 21BCE7359" userId="S::rajesh.21bce7359@vitapstudent.ac.in::aa72c14b-a23f-4c1c-8927-27ad96cf64b8" providerId="AD" clId="Web-{E5FF8567-3305-4444-B504-027F9CC03EBA}" dt="2023-06-29T09:27:31.129" v="5" actId="1076"/>
      <pc:docMkLst>
        <pc:docMk/>
      </pc:docMkLst>
      <pc:sldChg chg="modSp">
        <pc:chgData name="VELLANKI RAJESH 21BCE7359" userId="S::rajesh.21bce7359@vitapstudent.ac.in::aa72c14b-a23f-4c1c-8927-27ad96cf64b8" providerId="AD" clId="Web-{E5FF8567-3305-4444-B504-027F9CC03EBA}" dt="2023-06-29T08:44:43.570" v="3" actId="1076"/>
        <pc:sldMkLst>
          <pc:docMk/>
          <pc:sldMk cId="402634266" sldId="373"/>
        </pc:sldMkLst>
        <pc:spChg chg="mod">
          <ac:chgData name="VELLANKI RAJESH 21BCE7359" userId="S::rajesh.21bce7359@vitapstudent.ac.in::aa72c14b-a23f-4c1c-8927-27ad96cf64b8" providerId="AD" clId="Web-{E5FF8567-3305-4444-B504-027F9CC03EBA}" dt="2023-06-29T08:07:38.403" v="1" actId="1076"/>
          <ac:spMkLst>
            <pc:docMk/>
            <pc:sldMk cId="402634266" sldId="373"/>
            <ac:spMk id="3" creationId="{00000000-0000-0000-0000-000000000000}"/>
          </ac:spMkLst>
        </pc:spChg>
        <pc:picChg chg="mod">
          <ac:chgData name="VELLANKI RAJESH 21BCE7359" userId="S::rajesh.21bce7359@vitapstudent.ac.in::aa72c14b-a23f-4c1c-8927-27ad96cf64b8" providerId="AD" clId="Web-{E5FF8567-3305-4444-B504-027F9CC03EBA}" dt="2023-06-29T08:44:43.570" v="3" actId="1076"/>
          <ac:picMkLst>
            <pc:docMk/>
            <pc:sldMk cId="402634266" sldId="373"/>
            <ac:picMk id="7" creationId="{00000000-0000-0000-0000-000000000000}"/>
          </ac:picMkLst>
        </pc:picChg>
      </pc:sldChg>
      <pc:sldChg chg="modSp">
        <pc:chgData name="VELLANKI RAJESH 21BCE7359" userId="S::rajesh.21bce7359@vitapstudent.ac.in::aa72c14b-a23f-4c1c-8927-27ad96cf64b8" providerId="AD" clId="Web-{E5FF8567-3305-4444-B504-027F9CC03EBA}" dt="2023-06-29T09:27:31.129" v="5" actId="1076"/>
        <pc:sldMkLst>
          <pc:docMk/>
          <pc:sldMk cId="3056376201" sldId="379"/>
        </pc:sldMkLst>
        <pc:picChg chg="mod">
          <ac:chgData name="VELLANKI RAJESH 21BCE7359" userId="S::rajesh.21bce7359@vitapstudent.ac.in::aa72c14b-a23f-4c1c-8927-27ad96cf64b8" providerId="AD" clId="Web-{E5FF8567-3305-4444-B504-027F9CC03EBA}" dt="2023-06-29T09:27:31.129" v="5" actId="1076"/>
          <ac:picMkLst>
            <pc:docMk/>
            <pc:sldMk cId="3056376201" sldId="379"/>
            <ac:picMk id="7" creationId="{00000000-0000-0000-0000-000000000000}"/>
          </ac:picMkLst>
        </pc:picChg>
      </pc:sldChg>
    </pc:docChg>
  </pc:docChgLst>
  <pc:docChgLst>
    <pc:chgData name="HARSH KUMAR JHA 21BCE8426" userId="S::harsh.21bce8426@vitapstudent.ac.in::eb0a1e7b-8918-45df-ae2c-555588d20b56" providerId="AD" clId="Web-{26134C8A-3090-45B6-B4AE-8A47493DDA93}"/>
    <pc:docChg chg="addSld">
      <pc:chgData name="HARSH KUMAR JHA 21BCE8426" userId="S::harsh.21bce8426@vitapstudent.ac.in::eb0a1e7b-8918-45df-ae2c-555588d20b56" providerId="AD" clId="Web-{26134C8A-3090-45B6-B4AE-8A47493DDA93}" dt="2023-07-06T02:35:14.834" v="2"/>
      <pc:docMkLst>
        <pc:docMk/>
      </pc:docMkLst>
      <pc:sldChg chg="new">
        <pc:chgData name="HARSH KUMAR JHA 21BCE8426" userId="S::harsh.21bce8426@vitapstudent.ac.in::eb0a1e7b-8918-45df-ae2c-555588d20b56" providerId="AD" clId="Web-{26134C8A-3090-45B6-B4AE-8A47493DDA93}" dt="2023-07-06T02:35:14.037" v="0"/>
        <pc:sldMkLst>
          <pc:docMk/>
          <pc:sldMk cId="3879865014" sldId="422"/>
        </pc:sldMkLst>
      </pc:sldChg>
      <pc:sldChg chg="new">
        <pc:chgData name="HARSH KUMAR JHA 21BCE8426" userId="S::harsh.21bce8426@vitapstudent.ac.in::eb0a1e7b-8918-45df-ae2c-555588d20b56" providerId="AD" clId="Web-{26134C8A-3090-45B6-B4AE-8A47493DDA93}" dt="2023-07-06T02:35:14.381" v="1"/>
        <pc:sldMkLst>
          <pc:docMk/>
          <pc:sldMk cId="227037766" sldId="423"/>
        </pc:sldMkLst>
      </pc:sldChg>
      <pc:sldChg chg="new">
        <pc:chgData name="HARSH KUMAR JHA 21BCE8426" userId="S::harsh.21bce8426@vitapstudent.ac.in::eb0a1e7b-8918-45df-ae2c-555588d20b56" providerId="AD" clId="Web-{26134C8A-3090-45B6-B4AE-8A47493DDA93}" dt="2023-07-06T02:35:14.834" v="2"/>
        <pc:sldMkLst>
          <pc:docMk/>
          <pc:sldMk cId="785186903" sldId="424"/>
        </pc:sldMkLst>
      </pc:sldChg>
    </pc:docChg>
  </pc:docChgLst>
  <pc:docChgLst>
    <pc:chgData name="TANISH UMESH SOMANI 21BCE8144" userId="S::tanish.21bce8144@vitapstudent.ac.in::096db06b-46e3-48f2-a414-73099443d131" providerId="AD" clId="Web-{6D427893-EDF9-4C7A-B9DE-3369D75905C4}"/>
    <pc:docChg chg="modSld">
      <pc:chgData name="TANISH UMESH SOMANI 21BCE8144" userId="S::tanish.21bce8144@vitapstudent.ac.in::096db06b-46e3-48f2-a414-73099443d131" providerId="AD" clId="Web-{6D427893-EDF9-4C7A-B9DE-3369D75905C4}" dt="2023-08-31T11:46:11.772" v="0" actId="1076"/>
      <pc:docMkLst>
        <pc:docMk/>
      </pc:docMkLst>
      <pc:sldChg chg="modSp">
        <pc:chgData name="TANISH UMESH SOMANI 21BCE8144" userId="S::tanish.21bce8144@vitapstudent.ac.in::096db06b-46e3-48f2-a414-73099443d131" providerId="AD" clId="Web-{6D427893-EDF9-4C7A-B9DE-3369D75905C4}" dt="2023-08-31T11:46:11.772" v="0" actId="1076"/>
        <pc:sldMkLst>
          <pc:docMk/>
          <pc:sldMk cId="1259722504" sldId="355"/>
        </pc:sldMkLst>
        <pc:picChg chg="mod">
          <ac:chgData name="TANISH UMESH SOMANI 21BCE8144" userId="S::tanish.21bce8144@vitapstudent.ac.in::096db06b-46e3-48f2-a414-73099443d131" providerId="AD" clId="Web-{6D427893-EDF9-4C7A-B9DE-3369D75905C4}" dt="2023-08-31T11:46:11.772" v="0" actId="1076"/>
          <ac:picMkLst>
            <pc:docMk/>
            <pc:sldMk cId="1259722504" sldId="355"/>
            <ac:picMk id="7"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bwMode="auto">
          <a:xfrm>
            <a:off x="3073400" y="8688388"/>
            <a:ext cx="2879725" cy="458787"/>
          </a:xfrm>
          <a:prstGeom prst="rect">
            <a:avLst/>
          </a:prstGeom>
          <a:noFill/>
          <a:ln w="9525">
            <a:noFill/>
            <a:miter lim="800000"/>
            <a:headEnd/>
            <a:tailEnd/>
          </a:ln>
        </p:spPr>
        <p:txBody>
          <a:bodyPr vert="horz" wrap="square" lIns="90388" tIns="45194" rIns="90388" bIns="45194" numCol="1" anchor="b" anchorCtr="0" compatLnSpc="1">
            <a:prstTxWarp prst="textNoShape">
              <a:avLst/>
            </a:prstTxWarp>
          </a:bodyPr>
          <a:lstStyle>
            <a:lvl1pPr algn="r" defTabSz="835025">
              <a:defRPr sz="1000" b="1"/>
            </a:lvl1pPr>
          </a:lstStyle>
          <a:p>
            <a:pPr>
              <a:defRPr/>
            </a:pPr>
            <a:r>
              <a:rPr lang="en-IN"/>
              <a:t>DC Meeting</a:t>
            </a:r>
          </a:p>
        </p:txBody>
      </p:sp>
      <p:sp>
        <p:nvSpPr>
          <p:cNvPr id="5" name="Slide Number Placeholder 4"/>
          <p:cNvSpPr>
            <a:spLocks noGrp="1"/>
          </p:cNvSpPr>
          <p:nvPr>
            <p:ph type="sldNum" sz="quarter" idx="3"/>
          </p:nvPr>
        </p:nvSpPr>
        <p:spPr bwMode="auto">
          <a:xfrm>
            <a:off x="5953125" y="8688388"/>
            <a:ext cx="620713" cy="458787"/>
          </a:xfrm>
          <a:prstGeom prst="rect">
            <a:avLst/>
          </a:prstGeom>
          <a:noFill/>
          <a:ln w="9525">
            <a:noFill/>
            <a:miter lim="800000"/>
            <a:headEnd/>
            <a:tailEnd/>
          </a:ln>
        </p:spPr>
        <p:txBody>
          <a:bodyPr vert="horz" wrap="square" lIns="90388" tIns="45194" rIns="90388" bIns="45194" numCol="1" anchor="b" anchorCtr="0" compatLnSpc="1">
            <a:prstTxWarp prst="textNoShape">
              <a:avLst/>
            </a:prstTxWarp>
          </a:bodyPr>
          <a:lstStyle>
            <a:lvl1pPr defTabSz="835025">
              <a:defRPr sz="1000" b="1"/>
            </a:lvl1pPr>
          </a:lstStyle>
          <a:p>
            <a:pPr>
              <a:defRPr/>
            </a:pPr>
            <a:fld id="{73B4E500-E37F-4B0E-96AA-0E2483706BB5}" type="slidenum">
              <a:rPr lang="en-IN"/>
              <a:pPr>
                <a:defRPr/>
              </a:pPr>
              <a:t>‹#›</a:t>
            </a:fld>
            <a:endParaRPr lang="en-IN"/>
          </a:p>
        </p:txBody>
      </p:sp>
      <p:cxnSp>
        <p:nvCxnSpPr>
          <p:cNvPr id="6" name="Straight Connector 5"/>
          <p:cNvCxnSpPr/>
          <p:nvPr/>
        </p:nvCxnSpPr>
        <p:spPr>
          <a:xfrm rot="5400000">
            <a:off x="6261894" y="10052844"/>
            <a:ext cx="200025" cy="15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41989" name="Picture 2" descr="D:\Design Images\pic\search-bar-bg.jpg"/>
          <p:cNvPicPr>
            <a:picLocks noChangeArrowheads="1"/>
          </p:cNvPicPr>
          <p:nvPr/>
        </p:nvPicPr>
        <p:blipFill>
          <a:blip r:embed="rId2"/>
          <a:srcRect/>
          <a:stretch>
            <a:fillRect/>
          </a:stretch>
        </p:blipFill>
        <p:spPr bwMode="auto">
          <a:xfrm>
            <a:off x="0" y="144463"/>
            <a:ext cx="207963" cy="285750"/>
          </a:xfrm>
          <a:prstGeom prst="rect">
            <a:avLst/>
          </a:prstGeom>
          <a:noFill/>
          <a:ln w="9525">
            <a:noFill/>
            <a:miter lim="800000"/>
            <a:headEnd/>
            <a:tailEnd/>
          </a:ln>
        </p:spPr>
      </p:pic>
      <p:sp>
        <p:nvSpPr>
          <p:cNvPr id="2" name="Header Placeholder 1"/>
          <p:cNvSpPr>
            <a:spLocks noGrp="1"/>
          </p:cNvSpPr>
          <p:nvPr>
            <p:ph type="hdr" sz="quarter"/>
          </p:nvPr>
        </p:nvSpPr>
        <p:spPr bwMode="auto">
          <a:xfrm>
            <a:off x="0" y="158750"/>
            <a:ext cx="6645275" cy="287338"/>
          </a:xfrm>
          <a:prstGeom prst="rect">
            <a:avLst/>
          </a:prstGeom>
          <a:noFill/>
          <a:ln w="9525">
            <a:noFill/>
            <a:miter lim="800000"/>
            <a:headEnd/>
            <a:tailEnd/>
          </a:ln>
        </p:spPr>
        <p:txBody>
          <a:bodyPr vert="horz" wrap="square" lIns="90388" tIns="45194" rIns="90388" bIns="45194" numCol="1" anchor="t" anchorCtr="0" compatLnSpc="1">
            <a:prstTxWarp prst="textNoShape">
              <a:avLst/>
            </a:prstTxWarp>
          </a:bodyPr>
          <a:lstStyle>
            <a:lvl1pPr marL="176213" defTabSz="835025">
              <a:defRPr sz="1100" b="1"/>
            </a:lvl1pPr>
          </a:lstStyle>
          <a:p>
            <a:pPr>
              <a:defRPr/>
            </a:pPr>
            <a:endParaRPr lang="en-IN"/>
          </a:p>
        </p:txBody>
      </p:sp>
    </p:spTree>
    <p:extLst>
      <p:ext uri="{BB962C8B-B14F-4D97-AF65-F5344CB8AC3E}">
        <p14:creationId xmlns:p14="http://schemas.microsoft.com/office/powerpoint/2010/main" val="311177493"/>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879725" cy="458788"/>
          </a:xfrm>
          <a:prstGeom prst="rect">
            <a:avLst/>
          </a:prstGeom>
          <a:noFill/>
          <a:ln w="9525">
            <a:noFill/>
            <a:miter lim="800000"/>
            <a:headEnd/>
            <a:tailEnd/>
          </a:ln>
        </p:spPr>
        <p:txBody>
          <a:bodyPr vert="horz" wrap="square" lIns="90388" tIns="45194" rIns="90388" bIns="45194" numCol="1" anchor="t" anchorCtr="0" compatLnSpc="1">
            <a:prstTxWarp prst="textNoShape">
              <a:avLst/>
            </a:prstTxWarp>
          </a:bodyPr>
          <a:lstStyle>
            <a:lvl1pPr defTabSz="835025">
              <a:defRPr sz="1200">
                <a:latin typeface="Calibri" pitchFamily="34" charset="0"/>
              </a:defRPr>
            </a:lvl1pPr>
          </a:lstStyle>
          <a:p>
            <a:pPr>
              <a:defRPr/>
            </a:pPr>
            <a:endParaRPr lang="en-IN"/>
          </a:p>
        </p:txBody>
      </p:sp>
      <p:sp>
        <p:nvSpPr>
          <p:cNvPr id="3" name="Date Placeholder 2"/>
          <p:cNvSpPr>
            <a:spLocks noGrp="1"/>
          </p:cNvSpPr>
          <p:nvPr>
            <p:ph type="dt" idx="1"/>
          </p:nvPr>
        </p:nvSpPr>
        <p:spPr bwMode="auto">
          <a:xfrm>
            <a:off x="3763963" y="0"/>
            <a:ext cx="2879725" cy="458788"/>
          </a:xfrm>
          <a:prstGeom prst="rect">
            <a:avLst/>
          </a:prstGeom>
          <a:noFill/>
          <a:ln w="9525">
            <a:noFill/>
            <a:miter lim="800000"/>
            <a:headEnd/>
            <a:tailEnd/>
          </a:ln>
        </p:spPr>
        <p:txBody>
          <a:bodyPr vert="horz" wrap="square" lIns="90388" tIns="45194" rIns="90388" bIns="45194" numCol="1" anchor="t" anchorCtr="0" compatLnSpc="1">
            <a:prstTxWarp prst="textNoShape">
              <a:avLst/>
            </a:prstTxWarp>
          </a:bodyPr>
          <a:lstStyle>
            <a:lvl1pPr algn="r" defTabSz="835025">
              <a:defRPr sz="1200">
                <a:latin typeface="Calibri" pitchFamily="34" charset="0"/>
              </a:defRPr>
            </a:lvl1pPr>
          </a:lstStyle>
          <a:p>
            <a:pPr>
              <a:defRPr/>
            </a:pPr>
            <a:fld id="{F255D118-8232-4825-B18F-F0CD1BEB431D}" type="datetime1">
              <a:rPr lang="en-US"/>
              <a:pPr>
                <a:defRPr/>
              </a:pPr>
              <a:t>1/20/2026</a:t>
            </a:fld>
            <a:endParaRPr lang="en-IN"/>
          </a:p>
        </p:txBody>
      </p:sp>
      <p:sp>
        <p:nvSpPr>
          <p:cNvPr id="4" name="Slide Image Placeholder 3"/>
          <p:cNvSpPr>
            <a:spLocks noGrp="1" noRot="1" noChangeAspect="1"/>
          </p:cNvSpPr>
          <p:nvPr>
            <p:ph type="sldImg" idx="2"/>
          </p:nvPr>
        </p:nvSpPr>
        <p:spPr>
          <a:xfrm>
            <a:off x="571500" y="688975"/>
            <a:ext cx="5502275" cy="3438525"/>
          </a:xfrm>
          <a:prstGeom prst="rect">
            <a:avLst/>
          </a:prstGeom>
          <a:noFill/>
          <a:ln w="12700">
            <a:solidFill>
              <a:prstClr val="black"/>
            </a:solidFill>
          </a:ln>
        </p:spPr>
        <p:txBody>
          <a:bodyPr vert="horz" lIns="99066" tIns="49533" rIns="99066" bIns="49533" rtlCol="0" anchor="ctr"/>
          <a:lstStyle/>
          <a:p>
            <a:pPr lvl="0"/>
            <a:endParaRPr lang="en-IN" noProof="0"/>
          </a:p>
        </p:txBody>
      </p:sp>
      <p:sp>
        <p:nvSpPr>
          <p:cNvPr id="5" name="Notes Placeholder 4"/>
          <p:cNvSpPr>
            <a:spLocks noGrp="1"/>
          </p:cNvSpPr>
          <p:nvPr>
            <p:ph type="body" sz="quarter" idx="3"/>
          </p:nvPr>
        </p:nvSpPr>
        <p:spPr bwMode="auto">
          <a:xfrm>
            <a:off x="663575" y="4357688"/>
            <a:ext cx="5318125" cy="4127500"/>
          </a:xfrm>
          <a:prstGeom prst="rect">
            <a:avLst/>
          </a:prstGeom>
          <a:noFill/>
          <a:ln w="9525">
            <a:noFill/>
            <a:miter lim="800000"/>
            <a:headEnd/>
            <a:tailEnd/>
          </a:ln>
        </p:spPr>
        <p:txBody>
          <a:bodyPr vert="horz" wrap="square" lIns="90388" tIns="45194" rIns="90388" bIns="4519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bwMode="auto">
          <a:xfrm>
            <a:off x="0" y="8713788"/>
            <a:ext cx="2879725" cy="458787"/>
          </a:xfrm>
          <a:prstGeom prst="rect">
            <a:avLst/>
          </a:prstGeom>
          <a:noFill/>
          <a:ln w="9525">
            <a:noFill/>
            <a:miter lim="800000"/>
            <a:headEnd/>
            <a:tailEnd/>
          </a:ln>
        </p:spPr>
        <p:txBody>
          <a:bodyPr vert="horz" wrap="square" lIns="90388" tIns="45194" rIns="90388" bIns="45194" numCol="1" anchor="b" anchorCtr="0" compatLnSpc="1">
            <a:prstTxWarp prst="textNoShape">
              <a:avLst/>
            </a:prstTxWarp>
          </a:bodyPr>
          <a:lstStyle>
            <a:lvl1pPr defTabSz="835025">
              <a:defRPr sz="1200">
                <a:latin typeface="Calibri" pitchFamily="34" charset="0"/>
              </a:defRPr>
            </a:lvl1pPr>
          </a:lstStyle>
          <a:p>
            <a:pPr>
              <a:defRPr/>
            </a:pPr>
            <a:r>
              <a:rPr lang="en-IN"/>
              <a:t>DC Meeting</a:t>
            </a:r>
          </a:p>
        </p:txBody>
      </p:sp>
      <p:sp>
        <p:nvSpPr>
          <p:cNvPr id="7" name="Slide Number Placeholder 6"/>
          <p:cNvSpPr>
            <a:spLocks noGrp="1"/>
          </p:cNvSpPr>
          <p:nvPr>
            <p:ph type="sldNum" sz="quarter" idx="5"/>
          </p:nvPr>
        </p:nvSpPr>
        <p:spPr bwMode="auto">
          <a:xfrm>
            <a:off x="3763963" y="8713788"/>
            <a:ext cx="2879725" cy="458787"/>
          </a:xfrm>
          <a:prstGeom prst="rect">
            <a:avLst/>
          </a:prstGeom>
          <a:noFill/>
          <a:ln w="9525">
            <a:noFill/>
            <a:miter lim="800000"/>
            <a:headEnd/>
            <a:tailEnd/>
          </a:ln>
        </p:spPr>
        <p:txBody>
          <a:bodyPr vert="horz" wrap="square" lIns="90388" tIns="45194" rIns="90388" bIns="45194" numCol="1" anchor="b" anchorCtr="0" compatLnSpc="1">
            <a:prstTxWarp prst="textNoShape">
              <a:avLst/>
            </a:prstTxWarp>
          </a:bodyPr>
          <a:lstStyle>
            <a:lvl1pPr algn="r" defTabSz="835025">
              <a:defRPr sz="1200">
                <a:latin typeface="Calibri" pitchFamily="34" charset="0"/>
              </a:defRPr>
            </a:lvl1pPr>
          </a:lstStyle>
          <a:p>
            <a:pPr>
              <a:defRPr/>
            </a:pPr>
            <a:fld id="{36F143FB-66E5-4E47-8069-3C3B0CBB9B7D}" type="slidenum">
              <a:rPr lang="en-IN"/>
              <a:pPr>
                <a:defRPr/>
              </a:pPr>
              <a:t>‹#›</a:t>
            </a:fld>
            <a:endParaRPr lang="en-IN"/>
          </a:p>
        </p:txBody>
      </p:sp>
    </p:spTree>
    <p:extLst>
      <p:ext uri="{BB962C8B-B14F-4D97-AF65-F5344CB8AC3E}">
        <p14:creationId xmlns:p14="http://schemas.microsoft.com/office/powerpoint/2010/main" val="1364982916"/>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573088" y="688975"/>
            <a:ext cx="5499100" cy="3438525"/>
          </a:xfrm>
          <a:noFill/>
          <a:ln>
            <a:solidFill>
              <a:srgbClr val="000000"/>
            </a:solidFill>
            <a:miter lim="800000"/>
            <a:headEnd/>
            <a:tailEnd/>
          </a:ln>
        </p:spPr>
      </p:sp>
      <p:sp>
        <p:nvSpPr>
          <p:cNvPr id="39939" name="Notes Placeholder 2"/>
          <p:cNvSpPr>
            <a:spLocks noGrp="1"/>
          </p:cNvSpPr>
          <p:nvPr>
            <p:ph type="body" idx="1"/>
          </p:nvPr>
        </p:nvSpPr>
        <p:spPr>
          <a:noFill/>
          <a:ln/>
        </p:spPr>
        <p:txBody>
          <a:bodyPr/>
          <a:lstStyle/>
          <a:p>
            <a:pPr eaLnBrk="1" hangingPunct="1"/>
            <a:endParaRPr lang="en-IN"/>
          </a:p>
        </p:txBody>
      </p:sp>
      <p:sp>
        <p:nvSpPr>
          <p:cNvPr id="39940" name="Slide Number Placeholder 3"/>
          <p:cNvSpPr>
            <a:spLocks noGrp="1"/>
          </p:cNvSpPr>
          <p:nvPr>
            <p:ph type="sldNum" sz="quarter" idx="5"/>
          </p:nvPr>
        </p:nvSpPr>
        <p:spPr>
          <a:noFill/>
        </p:spPr>
        <p:txBody>
          <a:bodyPr/>
          <a:lstStyle/>
          <a:p>
            <a:fld id="{33CD1C9B-69BB-40ED-88E4-C0F9C29B81B8}" type="slidenum">
              <a:rPr lang="en-IN" smtClean="0"/>
              <a:pPr/>
              <a:t>1</a:t>
            </a:fld>
            <a:endParaRPr lang="en-IN"/>
          </a:p>
        </p:txBody>
      </p:sp>
      <p:sp>
        <p:nvSpPr>
          <p:cNvPr id="39941" name="Footer Placeholder 4"/>
          <p:cNvSpPr>
            <a:spLocks noGrp="1"/>
          </p:cNvSpPr>
          <p:nvPr>
            <p:ph type="ftr" sz="quarter" idx="4"/>
          </p:nvPr>
        </p:nvSpPr>
        <p:spPr>
          <a:noFill/>
        </p:spPr>
        <p:txBody>
          <a:bodyPr/>
          <a:lstStyle/>
          <a:p>
            <a:r>
              <a:rPr lang="en-IN"/>
              <a:t>DC Meeting</a:t>
            </a:r>
          </a:p>
        </p:txBody>
      </p:sp>
      <p:sp>
        <p:nvSpPr>
          <p:cNvPr id="39942" name="Header Placeholder 5"/>
          <p:cNvSpPr>
            <a:spLocks noGrp="1"/>
          </p:cNvSpPr>
          <p:nvPr>
            <p:ph type="hdr" sz="quarter"/>
          </p:nvPr>
        </p:nvSpPr>
        <p:spPr>
          <a:noFill/>
        </p:spPr>
        <p:txBody>
          <a:bodyPr/>
          <a:lstStyle/>
          <a:p>
            <a:endParaRPr lang="en-IN"/>
          </a:p>
        </p:txBody>
      </p:sp>
    </p:spTree>
    <p:extLst>
      <p:ext uri="{BB962C8B-B14F-4D97-AF65-F5344CB8AC3E}">
        <p14:creationId xmlns:p14="http://schemas.microsoft.com/office/powerpoint/2010/main" val="8969086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142875"/>
            <a:ext cx="9144000" cy="6429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5" name="Rectangle 4"/>
          <p:cNvSpPr/>
          <p:nvPr userDrawn="1"/>
        </p:nvSpPr>
        <p:spPr>
          <a:xfrm>
            <a:off x="0" y="0"/>
            <a:ext cx="28575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6" name="Rectangle 5"/>
          <p:cNvSpPr/>
          <p:nvPr userDrawn="1"/>
        </p:nvSpPr>
        <p:spPr>
          <a:xfrm>
            <a:off x="6858000" y="5286375"/>
            <a:ext cx="285750"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Rectangle 49"/>
          <p:cNvSpPr>
            <a:spLocks noChangeArrowheads="1"/>
          </p:cNvSpPr>
          <p:nvPr userDrawn="1"/>
        </p:nvSpPr>
        <p:spPr bwMode="auto">
          <a:xfrm>
            <a:off x="0" y="4189413"/>
            <a:ext cx="9144000" cy="36512"/>
          </a:xfrm>
          <a:prstGeom prst="rect">
            <a:avLst/>
          </a:prstGeom>
          <a:solidFill>
            <a:srgbClr val="003399"/>
          </a:solidFill>
          <a:ln w="9525">
            <a:noFill/>
            <a:miter lim="800000"/>
            <a:headEnd/>
            <a:tailEnd/>
          </a:ln>
          <a:effectLst/>
        </p:spPr>
        <p:txBody>
          <a:bodyPr wrap="none" anchor="ctr"/>
          <a:lstStyle/>
          <a:p>
            <a:pPr>
              <a:defRPr/>
            </a:pPr>
            <a:endParaRPr lang="en-IN"/>
          </a:p>
        </p:txBody>
      </p:sp>
      <p:sp>
        <p:nvSpPr>
          <p:cNvPr id="2" name="Title 1"/>
          <p:cNvSpPr>
            <a:spLocks noGrp="1"/>
          </p:cNvSpPr>
          <p:nvPr>
            <p:ph type="ctrTitle"/>
          </p:nvPr>
        </p:nvSpPr>
        <p:spPr>
          <a:xfrm>
            <a:off x="71406" y="4786326"/>
            <a:ext cx="9072594" cy="468638"/>
          </a:xfrm>
        </p:spPr>
        <p:txBody>
          <a:bodyPr>
            <a:normAutofit/>
          </a:bodyPr>
          <a:lstStyle>
            <a:lvl1pPr algn="r">
              <a:defRPr sz="2400" b="1">
                <a:solidFill>
                  <a:srgbClr val="003399"/>
                </a:solidFill>
                <a:latin typeface="Arial" pitchFamily="34" charset="0"/>
                <a:cs typeface="Arial" pitchFamily="34" charset="0"/>
              </a:defRPr>
            </a:lvl1pPr>
          </a:lstStyle>
          <a:p>
            <a:r>
              <a:rPr lang="en-US"/>
              <a:t>Click to edit Master title style</a:t>
            </a:r>
            <a:endParaRPr lang="en-IN"/>
          </a:p>
        </p:txBody>
      </p:sp>
      <p:sp>
        <p:nvSpPr>
          <p:cNvPr id="3" name="Subtitle 2"/>
          <p:cNvSpPr>
            <a:spLocks noGrp="1"/>
          </p:cNvSpPr>
          <p:nvPr>
            <p:ph type="subTitle" idx="1"/>
          </p:nvPr>
        </p:nvSpPr>
        <p:spPr>
          <a:xfrm>
            <a:off x="71406" y="5252831"/>
            <a:ext cx="9072594" cy="357190"/>
          </a:xfrm>
        </p:spPr>
        <p:txBody>
          <a:bodyPr>
            <a:noAutofit/>
          </a:bodyPr>
          <a:lstStyle>
            <a:lvl1pPr marL="0" indent="0" algn="r">
              <a:buNone/>
              <a:defRPr sz="1900" b="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0123" y="142875"/>
            <a:ext cx="2386224" cy="738815"/>
          </a:xfrm>
          <a:prstGeom prst="rect">
            <a:avLst/>
          </a:prstGeom>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76257" y="337220"/>
            <a:ext cx="1728191" cy="417150"/>
          </a:xfrm>
          <a:prstGeom prst="rect">
            <a:avLst/>
          </a:prstGeom>
        </p:spPr>
      </p:pic>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4"/>
            <a:ext cx="8258204" cy="522000"/>
          </a:xfrm>
        </p:spPr>
        <p:txBody>
          <a:bodyPr/>
          <a:lstStyle/>
          <a:p>
            <a:r>
              <a:rPr lang="en-US"/>
              <a:t>Click to edit Master title style</a:t>
            </a:r>
            <a:endParaRPr lang="en-IN"/>
          </a:p>
        </p:txBody>
      </p:sp>
      <p:sp>
        <p:nvSpPr>
          <p:cNvPr id="3" name="Content Placeholder 2"/>
          <p:cNvSpPr>
            <a:spLocks noGrp="1"/>
          </p:cNvSpPr>
          <p:nvPr>
            <p:ph idx="1"/>
          </p:nvPr>
        </p:nvSpPr>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p:cNvSpPr>
            <a:spLocks noGrp="1"/>
          </p:cNvSpPr>
          <p:nvPr>
            <p:ph type="sldNum" sz="quarter" idx="12"/>
          </p:nvPr>
        </p:nvSpPr>
        <p:spPr/>
        <p:txBody>
          <a:bodyPr/>
          <a:lstStyle>
            <a:lvl1pPr>
              <a:defRPr/>
            </a:lvl1pPr>
          </a:lstStyle>
          <a:p>
            <a:pPr>
              <a:defRPr/>
            </a:pPr>
            <a:fld id="{DC16FC18-A483-43BC-83D0-C7F7814867AE}" type="slidenum">
              <a:rPr lang="en-IN"/>
              <a:pPr>
                <a:defRPr/>
              </a:pPr>
              <a:t>‹#›</a:t>
            </a:fld>
            <a:endParaRPr lang="en-IN"/>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928674"/>
            <a:ext cx="4038600" cy="421484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928674"/>
            <a:ext cx="4038600" cy="421484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B52210CE-E9BF-439F-887E-E5FC4510379A}" type="datetime3">
              <a:rPr lang="en-US"/>
              <a:pPr>
                <a:defRPr/>
              </a:pPr>
              <a:t>20 January 2026</a:t>
            </a:fld>
            <a:endParaRPr lang="en-IN"/>
          </a:p>
        </p:txBody>
      </p:sp>
      <p:sp>
        <p:nvSpPr>
          <p:cNvPr id="6" name="Footer Placeholder 4"/>
          <p:cNvSpPr>
            <a:spLocks noGrp="1"/>
          </p:cNvSpPr>
          <p:nvPr>
            <p:ph type="ftr" sz="quarter" idx="11"/>
          </p:nvPr>
        </p:nvSpPr>
        <p:spPr/>
        <p:txBody>
          <a:bodyPr/>
          <a:lstStyle>
            <a:lvl1pPr marL="0" marR="0" indent="0" algn="r" defTabSz="914400" rtl="0" eaLnBrk="1" fontAlgn="base" latinLnBrk="0" hangingPunct="1">
              <a:lnSpc>
                <a:spcPct val="100000"/>
              </a:lnSpc>
              <a:spcBef>
                <a:spcPct val="0"/>
              </a:spcBef>
              <a:spcAft>
                <a:spcPct val="0"/>
              </a:spcAft>
              <a:buClrTx/>
              <a:buSzTx/>
              <a:buFontTx/>
              <a:buNone/>
              <a:tabLst/>
              <a:defRPr/>
            </a:lvl1pPr>
          </a:lstStyle>
          <a:p>
            <a:pPr>
              <a:defRPr/>
            </a:pPr>
            <a:r>
              <a:rPr lang="en-IN"/>
              <a:t>CSE4004 WT</a:t>
            </a:r>
          </a:p>
        </p:txBody>
      </p:sp>
      <p:sp>
        <p:nvSpPr>
          <p:cNvPr id="7" name="Slide Number Placeholder 5"/>
          <p:cNvSpPr>
            <a:spLocks noGrp="1"/>
          </p:cNvSpPr>
          <p:nvPr>
            <p:ph type="sldNum" sz="quarter" idx="12"/>
          </p:nvPr>
        </p:nvSpPr>
        <p:spPr/>
        <p:txBody>
          <a:bodyPr/>
          <a:lstStyle>
            <a:lvl1pPr>
              <a:defRPr/>
            </a:lvl1pPr>
          </a:lstStyle>
          <a:p>
            <a:pPr>
              <a:defRPr/>
            </a:pPr>
            <a:fld id="{68F8C114-B763-4CBF-B5DD-49D2D8823C44}" type="slidenum">
              <a:rPr lang="en-IN"/>
              <a:pPr>
                <a:defRPr/>
              </a:pPr>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7544" y="5161756"/>
            <a:ext cx="1584176" cy="490488"/>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71800" y="5269912"/>
            <a:ext cx="1135873" cy="274176"/>
          </a:xfrm>
          <a:prstGeom prst="rect">
            <a:avLst/>
          </a:prstGeom>
        </p:spPr>
      </p:pic>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5"/>
            <a:ext cx="8229600" cy="522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928674"/>
            <a:ext cx="4040188" cy="533135"/>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500178"/>
            <a:ext cx="4040188" cy="3714776"/>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6" y="928674"/>
            <a:ext cx="4041775" cy="533135"/>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500178"/>
            <a:ext cx="4041775" cy="3714776"/>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fld id="{766B9085-2344-4D33-ABA8-34A6022C206F}" type="datetime3">
              <a:rPr lang="en-US"/>
              <a:pPr>
                <a:defRPr/>
              </a:pPr>
              <a:t>20 January 2026</a:t>
            </a:fld>
            <a:endParaRPr lang="en-IN"/>
          </a:p>
        </p:txBody>
      </p:sp>
      <p:sp>
        <p:nvSpPr>
          <p:cNvPr id="8" name="Footer Placeholder 4"/>
          <p:cNvSpPr>
            <a:spLocks noGrp="1"/>
          </p:cNvSpPr>
          <p:nvPr>
            <p:ph type="ftr" sz="quarter" idx="11"/>
          </p:nvPr>
        </p:nvSpPr>
        <p:spPr/>
        <p:txBody>
          <a:bodyPr/>
          <a:lstStyle>
            <a:lvl1pPr marL="0" marR="0" indent="0" algn="r" defTabSz="914400" rtl="0" eaLnBrk="1" fontAlgn="base" latinLnBrk="0" hangingPunct="1">
              <a:lnSpc>
                <a:spcPct val="100000"/>
              </a:lnSpc>
              <a:spcBef>
                <a:spcPct val="0"/>
              </a:spcBef>
              <a:spcAft>
                <a:spcPct val="0"/>
              </a:spcAft>
              <a:buClrTx/>
              <a:buSzTx/>
              <a:buFontTx/>
              <a:buNone/>
              <a:tabLst/>
              <a:defRPr/>
            </a:lvl1pPr>
          </a:lstStyle>
          <a:p>
            <a:pPr>
              <a:defRPr/>
            </a:pPr>
            <a:r>
              <a:rPr lang="en-IN"/>
              <a:t>CSE4004 WT</a:t>
            </a:r>
          </a:p>
        </p:txBody>
      </p:sp>
      <p:sp>
        <p:nvSpPr>
          <p:cNvPr id="9" name="Slide Number Placeholder 5"/>
          <p:cNvSpPr>
            <a:spLocks noGrp="1"/>
          </p:cNvSpPr>
          <p:nvPr>
            <p:ph type="sldNum" sz="quarter" idx="12"/>
          </p:nvPr>
        </p:nvSpPr>
        <p:spPr/>
        <p:txBody>
          <a:bodyPr/>
          <a:lstStyle>
            <a:lvl1pPr>
              <a:defRPr/>
            </a:lvl1pPr>
          </a:lstStyle>
          <a:p>
            <a:pPr>
              <a:defRPr/>
            </a:pPr>
            <a:fld id="{99166475-10CE-487A-A234-748010D13EC0}" type="slidenum">
              <a:rPr lang="en-IN"/>
              <a:pPr>
                <a:defRPr/>
              </a:pPr>
              <a:t>‹#›</a:t>
            </a:fld>
            <a:endParaRPr lang="en-IN"/>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7544" y="5161756"/>
            <a:ext cx="1584176" cy="490488"/>
          </a:xfrm>
          <a:prstGeom prst="rect">
            <a:avLst/>
          </a:prstGeom>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71800" y="5269912"/>
            <a:ext cx="1135873" cy="274176"/>
          </a:xfrm>
          <a:prstGeom prst="rect">
            <a:avLst/>
          </a:prstGeom>
        </p:spPr>
      </p:pic>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DB15BE3B-6E56-4DBB-8503-D66D5865FAEA}" type="datetime3">
              <a:rPr lang="en-US"/>
              <a:pPr>
                <a:defRPr/>
              </a:pPr>
              <a:t>20 January 2026</a:t>
            </a:fld>
            <a:endParaRPr lang="en-IN"/>
          </a:p>
        </p:txBody>
      </p:sp>
      <p:sp>
        <p:nvSpPr>
          <p:cNvPr id="4" name="Footer Placeholder 4"/>
          <p:cNvSpPr>
            <a:spLocks noGrp="1"/>
          </p:cNvSpPr>
          <p:nvPr>
            <p:ph type="ftr" sz="quarter" idx="11"/>
          </p:nvPr>
        </p:nvSpPr>
        <p:spPr/>
        <p:txBody>
          <a:bodyPr/>
          <a:lstStyle>
            <a:lvl1pPr>
              <a:defRPr/>
            </a:lvl1pPr>
          </a:lstStyle>
          <a:p>
            <a:pPr>
              <a:defRPr/>
            </a:pPr>
            <a:r>
              <a:rPr lang="en-IN"/>
              <a:t>CSE4004 WT</a:t>
            </a:r>
          </a:p>
        </p:txBody>
      </p:sp>
      <p:sp>
        <p:nvSpPr>
          <p:cNvPr id="5" name="Slide Number Placeholder 5"/>
          <p:cNvSpPr>
            <a:spLocks noGrp="1"/>
          </p:cNvSpPr>
          <p:nvPr>
            <p:ph type="sldNum" sz="quarter" idx="12"/>
          </p:nvPr>
        </p:nvSpPr>
        <p:spPr/>
        <p:txBody>
          <a:bodyPr/>
          <a:lstStyle>
            <a:lvl1pPr>
              <a:defRPr/>
            </a:lvl1pPr>
          </a:lstStyle>
          <a:p>
            <a:pPr>
              <a:defRPr/>
            </a:pPr>
            <a:fld id="{5AE88A24-15B2-4014-B454-8406F43B342A}" type="slidenum">
              <a:rPr lang="en-IN"/>
              <a:pPr>
                <a:defRPr/>
              </a:pPr>
              <a:t>‹#›</a:t>
            </a:fld>
            <a:endParaRPr lang="en-IN"/>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7544" y="5161756"/>
            <a:ext cx="1584176" cy="490488"/>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71800" y="5269912"/>
            <a:ext cx="1135873" cy="274176"/>
          </a:xfrm>
          <a:prstGeom prst="rect">
            <a:avLst/>
          </a:prstGeom>
        </p:spPr>
      </p:pic>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067C778C-E472-459B-A199-6D1A098CE9FE}" type="datetime3">
              <a:rPr lang="en-US"/>
              <a:pPr>
                <a:defRPr/>
              </a:pPr>
              <a:t>20 January 2026</a:t>
            </a:fld>
            <a:endParaRPr lang="en-IN"/>
          </a:p>
        </p:txBody>
      </p:sp>
      <p:sp>
        <p:nvSpPr>
          <p:cNvPr id="5" name="Footer Placeholder 4"/>
          <p:cNvSpPr>
            <a:spLocks noGrp="1"/>
          </p:cNvSpPr>
          <p:nvPr>
            <p:ph type="ftr" sz="quarter" idx="11"/>
          </p:nvPr>
        </p:nvSpPr>
        <p:spPr/>
        <p:txBody>
          <a:bodyPr/>
          <a:lstStyle>
            <a:lvl1pPr marL="0" marR="0" indent="0" algn="r" defTabSz="914400" rtl="0" eaLnBrk="1" fontAlgn="base" latinLnBrk="0" hangingPunct="1">
              <a:lnSpc>
                <a:spcPct val="100000"/>
              </a:lnSpc>
              <a:spcBef>
                <a:spcPct val="0"/>
              </a:spcBef>
              <a:spcAft>
                <a:spcPct val="0"/>
              </a:spcAft>
              <a:buClrTx/>
              <a:buSzTx/>
              <a:buFontTx/>
              <a:buNone/>
              <a:tabLst/>
              <a:defRPr/>
            </a:lvl1pPr>
          </a:lstStyle>
          <a:p>
            <a:pPr>
              <a:defRPr/>
            </a:pPr>
            <a:r>
              <a:rPr lang="en-IN"/>
              <a:t>CSE4004 WT</a:t>
            </a:r>
          </a:p>
        </p:txBody>
      </p:sp>
      <p:sp>
        <p:nvSpPr>
          <p:cNvPr id="6" name="Slide Number Placeholder 5"/>
          <p:cNvSpPr>
            <a:spLocks noGrp="1"/>
          </p:cNvSpPr>
          <p:nvPr>
            <p:ph type="sldNum" sz="quarter" idx="12"/>
          </p:nvPr>
        </p:nvSpPr>
        <p:spPr/>
        <p:txBody>
          <a:bodyPr/>
          <a:lstStyle>
            <a:lvl1pPr>
              <a:defRPr/>
            </a:lvl1pPr>
          </a:lstStyle>
          <a:p>
            <a:pPr>
              <a:defRPr/>
            </a:pPr>
            <a:fld id="{8EBE58E4-4C09-4B68-AA89-9B519AD825DD}" type="slidenum">
              <a:rPr lang="en-IN"/>
              <a:pPr>
                <a:defRPr/>
              </a:pPr>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7544" y="5161756"/>
            <a:ext cx="1584176" cy="490488"/>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71800" y="5269912"/>
            <a:ext cx="1135873" cy="274176"/>
          </a:xfrm>
          <a:prstGeom prst="rect">
            <a:avLst/>
          </a:prstGeom>
        </p:spPr>
      </p:pic>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58175" cy="522288"/>
          </a:xfrm>
        </p:spPr>
        <p:txBody>
          <a:bodyPr/>
          <a:lstStyle/>
          <a:p>
            <a:r>
              <a:rPr lang="en-US"/>
              <a:t>Click to edit Master title style</a:t>
            </a:r>
          </a:p>
        </p:txBody>
      </p:sp>
      <p:sp>
        <p:nvSpPr>
          <p:cNvPr id="3" name="Table Placeholder 2"/>
          <p:cNvSpPr>
            <a:spLocks noGrp="1"/>
          </p:cNvSpPr>
          <p:nvPr>
            <p:ph type="tbl" idx="1"/>
          </p:nvPr>
        </p:nvSpPr>
        <p:spPr>
          <a:xfrm>
            <a:off x="457200" y="1000125"/>
            <a:ext cx="8229600" cy="4105275"/>
          </a:xfrm>
        </p:spPr>
        <p:txBody>
          <a:bodyPr/>
          <a:lstStyle/>
          <a:p>
            <a:pPr lvl="0"/>
            <a:endParaRPr lang="en-US" noProof="0"/>
          </a:p>
        </p:txBody>
      </p:sp>
      <p:sp>
        <p:nvSpPr>
          <p:cNvPr id="4" name="Date Placeholder 3"/>
          <p:cNvSpPr>
            <a:spLocks noGrp="1"/>
          </p:cNvSpPr>
          <p:nvPr>
            <p:ph type="dt" sz="half" idx="10"/>
          </p:nvPr>
        </p:nvSpPr>
        <p:spPr/>
        <p:txBody>
          <a:bodyPr/>
          <a:lstStyle>
            <a:lvl1pPr>
              <a:defRPr/>
            </a:lvl1pPr>
          </a:lstStyle>
          <a:p>
            <a:pPr>
              <a:defRPr/>
            </a:pPr>
            <a:fld id="{05C85099-9D73-4FF5-824F-18922298BE49}" type="datetime3">
              <a:rPr lang="en-US"/>
              <a:pPr>
                <a:defRPr/>
              </a:pPr>
              <a:t>20 January 2026</a:t>
            </a:fld>
            <a:endParaRPr lang="en-IN"/>
          </a:p>
        </p:txBody>
      </p:sp>
      <p:sp>
        <p:nvSpPr>
          <p:cNvPr id="5" name="Footer Placeholder 4"/>
          <p:cNvSpPr>
            <a:spLocks noGrp="1"/>
          </p:cNvSpPr>
          <p:nvPr>
            <p:ph type="ftr" sz="quarter" idx="11"/>
          </p:nvPr>
        </p:nvSpPr>
        <p:spPr/>
        <p:txBody>
          <a:bodyPr/>
          <a:lstStyle>
            <a:lvl1pPr>
              <a:defRPr/>
            </a:lvl1pPr>
          </a:lstStyle>
          <a:p>
            <a:pPr>
              <a:defRPr/>
            </a:pPr>
            <a:r>
              <a:rPr lang="en-IN"/>
              <a:t>CSE4004 WT</a:t>
            </a:r>
          </a:p>
        </p:txBody>
      </p:sp>
      <p:sp>
        <p:nvSpPr>
          <p:cNvPr id="6" name="Slide Number Placeholder 5"/>
          <p:cNvSpPr>
            <a:spLocks noGrp="1"/>
          </p:cNvSpPr>
          <p:nvPr>
            <p:ph type="sldNum" sz="quarter" idx="12"/>
          </p:nvPr>
        </p:nvSpPr>
        <p:spPr/>
        <p:txBody>
          <a:bodyPr/>
          <a:lstStyle>
            <a:lvl1pPr>
              <a:defRPr/>
            </a:lvl1pPr>
          </a:lstStyle>
          <a:p>
            <a:pPr>
              <a:defRPr/>
            </a:pPr>
            <a:fld id="{6C975163-F4B9-4804-9087-CAD0DE4888DA}" type="slidenum">
              <a:rPr lang="en-IN"/>
              <a:pPr>
                <a:defRPr/>
              </a:pPr>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7544" y="5161756"/>
            <a:ext cx="1584176" cy="490488"/>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71800" y="5269912"/>
            <a:ext cx="1135873" cy="274176"/>
          </a:xfrm>
          <a:prstGeom prst="rect">
            <a:avLst/>
          </a:prstGeom>
        </p:spPr>
      </p:pic>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58175" cy="522288"/>
          </a:xfrm>
        </p:spPr>
        <p:txBody>
          <a:bodyPr/>
          <a:lstStyle/>
          <a:p>
            <a:r>
              <a:rPr lang="en-US"/>
              <a:t>Click to edit Master title style</a:t>
            </a:r>
          </a:p>
        </p:txBody>
      </p:sp>
      <p:sp>
        <p:nvSpPr>
          <p:cNvPr id="3" name="Text Placeholder 2"/>
          <p:cNvSpPr>
            <a:spLocks noGrp="1"/>
          </p:cNvSpPr>
          <p:nvPr>
            <p:ph type="body" sz="half" idx="1"/>
          </p:nvPr>
        </p:nvSpPr>
        <p:spPr>
          <a:xfrm>
            <a:off x="457200" y="1000125"/>
            <a:ext cx="4038600" cy="4105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00125"/>
            <a:ext cx="4038600" cy="4105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D03C916-84AC-49A4-BA95-C87AE8C788FC}" type="datetime3">
              <a:rPr lang="en-US"/>
              <a:pPr>
                <a:defRPr/>
              </a:pPr>
              <a:t>20 January 2026</a:t>
            </a:fld>
            <a:endParaRPr lang="en-IN"/>
          </a:p>
        </p:txBody>
      </p:sp>
      <p:sp>
        <p:nvSpPr>
          <p:cNvPr id="6" name="Footer Placeholder 4"/>
          <p:cNvSpPr>
            <a:spLocks noGrp="1"/>
          </p:cNvSpPr>
          <p:nvPr>
            <p:ph type="ftr" sz="quarter" idx="11"/>
          </p:nvPr>
        </p:nvSpPr>
        <p:spPr/>
        <p:txBody>
          <a:bodyPr/>
          <a:lstStyle>
            <a:lvl1pPr marL="0" marR="0" indent="0" algn="r" defTabSz="914400" rtl="0" eaLnBrk="1" fontAlgn="base" latinLnBrk="0" hangingPunct="1">
              <a:lnSpc>
                <a:spcPct val="100000"/>
              </a:lnSpc>
              <a:spcBef>
                <a:spcPct val="0"/>
              </a:spcBef>
              <a:spcAft>
                <a:spcPct val="0"/>
              </a:spcAft>
              <a:buClrTx/>
              <a:buSzTx/>
              <a:buFontTx/>
              <a:buNone/>
              <a:tabLst/>
              <a:defRPr/>
            </a:lvl1pPr>
          </a:lstStyle>
          <a:p>
            <a:pPr>
              <a:defRPr/>
            </a:pPr>
            <a:r>
              <a:rPr lang="en-IN"/>
              <a:t>CSE4004 WT</a:t>
            </a:r>
          </a:p>
        </p:txBody>
      </p:sp>
      <p:sp>
        <p:nvSpPr>
          <p:cNvPr id="7" name="Slide Number Placeholder 5"/>
          <p:cNvSpPr>
            <a:spLocks noGrp="1"/>
          </p:cNvSpPr>
          <p:nvPr>
            <p:ph type="sldNum" sz="quarter" idx="12"/>
          </p:nvPr>
        </p:nvSpPr>
        <p:spPr/>
        <p:txBody>
          <a:bodyPr/>
          <a:lstStyle>
            <a:lvl1pPr>
              <a:defRPr/>
            </a:lvl1pPr>
          </a:lstStyle>
          <a:p>
            <a:pPr>
              <a:defRPr/>
            </a:pPr>
            <a:fld id="{622436D7-947C-46F4-AAB0-A4F6E570EC14}" type="slidenum">
              <a:rPr lang="en-IN"/>
              <a:pPr>
                <a:defRPr/>
              </a:pPr>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67544" y="5161756"/>
            <a:ext cx="1584176" cy="490488"/>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71800" y="5269912"/>
            <a:ext cx="1135873" cy="274176"/>
          </a:xfrm>
          <a:prstGeom prst="rect">
            <a:avLst/>
          </a:prstGeom>
        </p:spPr>
      </p:pic>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Rectangle 3"/>
          <p:cNvSpPr/>
          <p:nvPr userDrawn="1"/>
        </p:nvSpPr>
        <p:spPr>
          <a:xfrm>
            <a:off x="0" y="142875"/>
            <a:ext cx="9144000" cy="6429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5" name="Rectangle 4"/>
          <p:cNvSpPr/>
          <p:nvPr userDrawn="1"/>
        </p:nvSpPr>
        <p:spPr>
          <a:xfrm>
            <a:off x="0" y="0"/>
            <a:ext cx="28575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6" name="Rectangle 5"/>
          <p:cNvSpPr/>
          <p:nvPr userDrawn="1"/>
        </p:nvSpPr>
        <p:spPr>
          <a:xfrm>
            <a:off x="6858000" y="5286375"/>
            <a:ext cx="285750" cy="428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9" name="Rectangle 49"/>
          <p:cNvSpPr>
            <a:spLocks noChangeArrowheads="1"/>
          </p:cNvSpPr>
          <p:nvPr userDrawn="1"/>
        </p:nvSpPr>
        <p:spPr bwMode="auto">
          <a:xfrm>
            <a:off x="0" y="4189413"/>
            <a:ext cx="9144000" cy="36512"/>
          </a:xfrm>
          <a:prstGeom prst="rect">
            <a:avLst/>
          </a:prstGeom>
          <a:solidFill>
            <a:srgbClr val="003399"/>
          </a:solidFill>
          <a:ln w="9525">
            <a:noFill/>
            <a:miter lim="800000"/>
            <a:headEnd/>
            <a:tailEnd/>
          </a:ln>
          <a:effectLst/>
        </p:spPr>
        <p:txBody>
          <a:bodyPr wrap="none" anchor="ctr"/>
          <a:lstStyle/>
          <a:p>
            <a:pPr>
              <a:defRPr/>
            </a:pPr>
            <a:endParaRPr lang="en-IN"/>
          </a:p>
        </p:txBody>
      </p:sp>
      <p:sp>
        <p:nvSpPr>
          <p:cNvPr id="3" name="Subtitle 2"/>
          <p:cNvSpPr>
            <a:spLocks noGrp="1"/>
          </p:cNvSpPr>
          <p:nvPr>
            <p:ph type="subTitle" idx="1"/>
          </p:nvPr>
        </p:nvSpPr>
        <p:spPr>
          <a:xfrm>
            <a:off x="71406" y="5252831"/>
            <a:ext cx="9072594" cy="357190"/>
          </a:xfrm>
        </p:spPr>
        <p:txBody>
          <a:bodyPr>
            <a:noAutofit/>
          </a:bodyPr>
          <a:lstStyle>
            <a:lvl1pPr marL="0" indent="0" algn="r">
              <a:buNone/>
              <a:defRPr sz="1900" b="0">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0123" y="142875"/>
            <a:ext cx="2386224" cy="738815"/>
          </a:xfrm>
          <a:prstGeom prst="rect">
            <a:avLst/>
          </a:prstGeom>
        </p:spPr>
      </p:pic>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76257" y="337220"/>
            <a:ext cx="1728191" cy="417150"/>
          </a:xfrm>
          <a:prstGeom prst="rect">
            <a:avLst/>
          </a:prstGeom>
        </p:spPr>
      </p:pic>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p:cNvSpPr/>
          <p:nvPr userDrawn="1"/>
        </p:nvSpPr>
        <p:spPr>
          <a:xfrm>
            <a:off x="8715375" y="238125"/>
            <a:ext cx="428625" cy="496888"/>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027" name="Text Placeholder 2"/>
          <p:cNvSpPr>
            <a:spLocks noGrp="1"/>
          </p:cNvSpPr>
          <p:nvPr>
            <p:ph type="body" idx="1"/>
          </p:nvPr>
        </p:nvSpPr>
        <p:spPr bwMode="auto">
          <a:xfrm>
            <a:off x="457200" y="1000125"/>
            <a:ext cx="8229600" cy="4105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7000875" y="5297488"/>
            <a:ext cx="1674813" cy="303212"/>
          </a:xfrm>
          <a:prstGeom prst="rect">
            <a:avLst/>
          </a:prstGeom>
        </p:spPr>
        <p:txBody>
          <a:bodyPr vert="horz" lIns="91440" tIns="45720" rIns="91440" bIns="45720" rtlCol="0" anchor="ctr"/>
          <a:lstStyle>
            <a:lvl1pPr algn="l" fontAlgn="auto">
              <a:spcBef>
                <a:spcPts val="0"/>
              </a:spcBef>
              <a:spcAft>
                <a:spcPts val="0"/>
              </a:spcAft>
              <a:defRPr sz="1000" b="1">
                <a:solidFill>
                  <a:srgbClr val="C51230"/>
                </a:solidFill>
                <a:latin typeface="Arial" pitchFamily="34" charset="0"/>
                <a:cs typeface="Arial" pitchFamily="34" charset="0"/>
              </a:defRPr>
            </a:lvl1pPr>
          </a:lstStyle>
          <a:p>
            <a:pPr>
              <a:defRPr/>
            </a:pPr>
            <a:fld id="{48B9D937-9D35-46BF-A1AD-A550A037BCB7}" type="datetime3">
              <a:rPr lang="en-US"/>
              <a:pPr>
                <a:defRPr/>
              </a:pPr>
              <a:t>20 January 2026</a:t>
            </a:fld>
            <a:endParaRPr lang="en-IN"/>
          </a:p>
        </p:txBody>
      </p:sp>
      <p:sp>
        <p:nvSpPr>
          <p:cNvPr id="5" name="Footer Placeholder 4"/>
          <p:cNvSpPr>
            <a:spLocks noGrp="1"/>
          </p:cNvSpPr>
          <p:nvPr>
            <p:ph type="ftr" sz="quarter" idx="3"/>
          </p:nvPr>
        </p:nvSpPr>
        <p:spPr>
          <a:xfrm>
            <a:off x="4105275" y="5297488"/>
            <a:ext cx="2895600" cy="303212"/>
          </a:xfrm>
          <a:prstGeom prst="rect">
            <a:avLst/>
          </a:prstGeom>
        </p:spPr>
        <p:txBody>
          <a:bodyPr vert="horz" wrap="square" lIns="91440" tIns="45720" rIns="91440" bIns="45720" numCol="1" anchor="ctr" anchorCtr="0" compatLnSpc="1">
            <a:prstTxWarp prst="textNoShape">
              <a:avLst/>
            </a:prstTxWarp>
          </a:bodyPr>
          <a:lstStyle>
            <a:lvl1pPr marL="0" marR="0" indent="0" algn="r" defTabSz="914400" rtl="0" eaLnBrk="1" fontAlgn="base" latinLnBrk="0" hangingPunct="1">
              <a:lnSpc>
                <a:spcPct val="100000"/>
              </a:lnSpc>
              <a:spcBef>
                <a:spcPct val="0"/>
              </a:spcBef>
              <a:spcAft>
                <a:spcPct val="0"/>
              </a:spcAft>
              <a:buClrTx/>
              <a:buSzTx/>
              <a:buFontTx/>
              <a:buNone/>
              <a:tabLst/>
              <a:defRPr sz="1000" b="1">
                <a:solidFill>
                  <a:srgbClr val="003399"/>
                </a:solidFill>
              </a:defRPr>
            </a:lvl1pPr>
          </a:lstStyle>
          <a:p>
            <a:pPr>
              <a:defRPr/>
            </a:pPr>
            <a:r>
              <a:rPr lang="en-IN"/>
              <a:t>CSE4004 WT</a:t>
            </a:r>
          </a:p>
        </p:txBody>
      </p:sp>
      <p:sp>
        <p:nvSpPr>
          <p:cNvPr id="6" name="Slide Number Placeholder 5"/>
          <p:cNvSpPr>
            <a:spLocks noGrp="1"/>
          </p:cNvSpPr>
          <p:nvPr>
            <p:ph type="sldNum" sz="quarter" idx="4"/>
          </p:nvPr>
        </p:nvSpPr>
        <p:spPr>
          <a:xfrm>
            <a:off x="8715375" y="274638"/>
            <a:ext cx="428625" cy="428625"/>
          </a:xfrm>
          <a:prstGeom prst="rect">
            <a:avLst/>
          </a:prstGeom>
        </p:spPr>
        <p:txBody>
          <a:bodyPr vert="horz" lIns="91440" tIns="45720" rIns="91440" bIns="45720" rtlCol="0" anchor="ctr"/>
          <a:lstStyle>
            <a:lvl1pPr algn="ctr" fontAlgn="auto">
              <a:spcBef>
                <a:spcPts val="0"/>
              </a:spcBef>
              <a:spcAft>
                <a:spcPts val="0"/>
              </a:spcAft>
              <a:defRPr sz="1100" b="1">
                <a:solidFill>
                  <a:schemeClr val="bg1"/>
                </a:solidFill>
                <a:latin typeface="Arial" pitchFamily="34" charset="0"/>
                <a:cs typeface="Arial" pitchFamily="34" charset="0"/>
              </a:defRPr>
            </a:lvl1pPr>
          </a:lstStyle>
          <a:p>
            <a:pPr>
              <a:defRPr/>
            </a:pPr>
            <a:fld id="{C63BC23E-C0FD-44A0-8393-5A086AC36B3D}" type="slidenum">
              <a:rPr lang="en-IN"/>
              <a:pPr>
                <a:defRPr/>
              </a:pPr>
              <a:t>‹#›</a:t>
            </a:fld>
            <a:endParaRPr lang="en-IN"/>
          </a:p>
        </p:txBody>
      </p:sp>
      <p:sp>
        <p:nvSpPr>
          <p:cNvPr id="1031" name="Title Placeholder 1"/>
          <p:cNvSpPr>
            <a:spLocks noGrp="1"/>
          </p:cNvSpPr>
          <p:nvPr>
            <p:ph type="title"/>
          </p:nvPr>
        </p:nvSpPr>
        <p:spPr bwMode="auto">
          <a:xfrm>
            <a:off x="457200" y="228600"/>
            <a:ext cx="8258175" cy="522288"/>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N"/>
          </a:p>
        </p:txBody>
      </p:sp>
      <p:sp>
        <p:nvSpPr>
          <p:cNvPr id="10" name="Rectangle 9"/>
          <p:cNvSpPr/>
          <p:nvPr userDrawn="1"/>
        </p:nvSpPr>
        <p:spPr>
          <a:xfrm>
            <a:off x="0" y="0"/>
            <a:ext cx="142875" cy="5724525"/>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cxnSp>
        <p:nvCxnSpPr>
          <p:cNvPr id="13" name="Straight Connector 12"/>
          <p:cNvCxnSpPr/>
          <p:nvPr userDrawn="1"/>
        </p:nvCxnSpPr>
        <p:spPr>
          <a:xfrm rot="5400000">
            <a:off x="6910388" y="5456238"/>
            <a:ext cx="179387" cy="15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868" r:id="rId1"/>
    <p:sldLayoutId id="2147483861" r:id="rId2"/>
    <p:sldLayoutId id="2147483862" r:id="rId3"/>
    <p:sldLayoutId id="2147483863" r:id="rId4"/>
    <p:sldLayoutId id="2147483864" r:id="rId5"/>
    <p:sldLayoutId id="2147483865" r:id="rId6"/>
    <p:sldLayoutId id="2147483866" r:id="rId7"/>
    <p:sldLayoutId id="2147483867" r:id="rId8"/>
    <p:sldLayoutId id="2147483869" r:id="rId9"/>
  </p:sldLayoutIdLst>
  <p:transition>
    <p:wipe dir="r"/>
  </p:transition>
  <p:hf hdr="0"/>
  <p:txStyles>
    <p:titleStyle>
      <a:lvl1pPr algn="l" rtl="0" eaLnBrk="0" fontAlgn="base" hangingPunct="0">
        <a:spcBef>
          <a:spcPct val="0"/>
        </a:spcBef>
        <a:spcAft>
          <a:spcPct val="0"/>
        </a:spcAft>
        <a:defRPr sz="2200" b="1" kern="1200">
          <a:solidFill>
            <a:srgbClr val="003399"/>
          </a:solidFill>
          <a:latin typeface="Arial" pitchFamily="34" charset="0"/>
          <a:ea typeface="+mj-ea"/>
          <a:cs typeface="Arial" pitchFamily="34" charset="0"/>
        </a:defRPr>
      </a:lvl1pPr>
      <a:lvl2pPr algn="l" rtl="0" eaLnBrk="0" fontAlgn="base" hangingPunct="0">
        <a:spcBef>
          <a:spcPct val="0"/>
        </a:spcBef>
        <a:spcAft>
          <a:spcPct val="0"/>
        </a:spcAft>
        <a:defRPr sz="2200" b="1">
          <a:solidFill>
            <a:srgbClr val="003399"/>
          </a:solidFill>
          <a:latin typeface="Arial" charset="0"/>
          <a:cs typeface="Arial" charset="0"/>
        </a:defRPr>
      </a:lvl2pPr>
      <a:lvl3pPr algn="l" rtl="0" eaLnBrk="0" fontAlgn="base" hangingPunct="0">
        <a:spcBef>
          <a:spcPct val="0"/>
        </a:spcBef>
        <a:spcAft>
          <a:spcPct val="0"/>
        </a:spcAft>
        <a:defRPr sz="2200" b="1">
          <a:solidFill>
            <a:srgbClr val="003399"/>
          </a:solidFill>
          <a:latin typeface="Arial" charset="0"/>
          <a:cs typeface="Arial" charset="0"/>
        </a:defRPr>
      </a:lvl3pPr>
      <a:lvl4pPr algn="l" rtl="0" eaLnBrk="0" fontAlgn="base" hangingPunct="0">
        <a:spcBef>
          <a:spcPct val="0"/>
        </a:spcBef>
        <a:spcAft>
          <a:spcPct val="0"/>
        </a:spcAft>
        <a:defRPr sz="2200" b="1">
          <a:solidFill>
            <a:srgbClr val="003399"/>
          </a:solidFill>
          <a:latin typeface="Arial" charset="0"/>
          <a:cs typeface="Arial" charset="0"/>
        </a:defRPr>
      </a:lvl4pPr>
      <a:lvl5pPr algn="l" rtl="0" eaLnBrk="0" fontAlgn="base" hangingPunct="0">
        <a:spcBef>
          <a:spcPct val="0"/>
        </a:spcBef>
        <a:spcAft>
          <a:spcPct val="0"/>
        </a:spcAft>
        <a:defRPr sz="2200" b="1">
          <a:solidFill>
            <a:srgbClr val="003399"/>
          </a:solidFill>
          <a:latin typeface="Arial" charset="0"/>
          <a:cs typeface="Arial" charset="0"/>
        </a:defRPr>
      </a:lvl5pPr>
      <a:lvl6pPr marL="457200" algn="l" rtl="0" fontAlgn="base">
        <a:spcBef>
          <a:spcPct val="0"/>
        </a:spcBef>
        <a:spcAft>
          <a:spcPct val="0"/>
        </a:spcAft>
        <a:defRPr sz="2200" b="1">
          <a:solidFill>
            <a:schemeClr val="accent2"/>
          </a:solidFill>
          <a:latin typeface="Arial" charset="0"/>
          <a:cs typeface="Arial" charset="0"/>
        </a:defRPr>
      </a:lvl6pPr>
      <a:lvl7pPr marL="914400" algn="l" rtl="0" fontAlgn="base">
        <a:spcBef>
          <a:spcPct val="0"/>
        </a:spcBef>
        <a:spcAft>
          <a:spcPct val="0"/>
        </a:spcAft>
        <a:defRPr sz="2200" b="1">
          <a:solidFill>
            <a:schemeClr val="accent2"/>
          </a:solidFill>
          <a:latin typeface="Arial" charset="0"/>
          <a:cs typeface="Arial" charset="0"/>
        </a:defRPr>
      </a:lvl7pPr>
      <a:lvl8pPr marL="1371600" algn="l" rtl="0" fontAlgn="base">
        <a:spcBef>
          <a:spcPct val="0"/>
        </a:spcBef>
        <a:spcAft>
          <a:spcPct val="0"/>
        </a:spcAft>
        <a:defRPr sz="2200" b="1">
          <a:solidFill>
            <a:schemeClr val="accent2"/>
          </a:solidFill>
          <a:latin typeface="Arial" charset="0"/>
          <a:cs typeface="Arial" charset="0"/>
        </a:defRPr>
      </a:lvl8pPr>
      <a:lvl9pPr marL="1828800" algn="l" rtl="0" fontAlgn="base">
        <a:spcBef>
          <a:spcPct val="0"/>
        </a:spcBef>
        <a:spcAft>
          <a:spcPct val="0"/>
        </a:spcAft>
        <a:defRPr sz="2200" b="1">
          <a:solidFill>
            <a:schemeClr val="accent2"/>
          </a:solidFill>
          <a:latin typeface="Arial" charset="0"/>
          <a:cs typeface="Arial" charset="0"/>
        </a:defRPr>
      </a:lvl9pPr>
    </p:titleStyle>
    <p:bodyStyle>
      <a:lvl1pPr marL="342900" indent="-342900" algn="l" rtl="0" eaLnBrk="0" fontAlgn="base" hangingPunct="0">
        <a:spcBef>
          <a:spcPct val="20000"/>
        </a:spcBef>
        <a:spcAft>
          <a:spcPct val="0"/>
        </a:spcAft>
        <a:buFont typeface="Arial" pitchFamily="34"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itchFamily="34"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itchFamily="34"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javatpoint.com/html-tutorial" TargetMode="External"/><Relationship Id="rId2" Type="http://schemas.openxmlformats.org/officeDocument/2006/relationships/hyperlink" Target="https://www.javatpoint.com/javascript-tutoria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file:///D:\VIT%20Courses\Fast%20Tract%202023\Sample%20Program\func.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javatpoint.com/xml-tutorial" TargetMode="External"/><Relationship Id="rId7" Type="http://schemas.openxmlformats.org/officeDocument/2006/relationships/hyperlink" Target="https://www.javatpoint.com/understanding-xmlhttprequest" TargetMode="External"/><Relationship Id="rId2" Type="http://schemas.openxmlformats.org/officeDocument/2006/relationships/hyperlink" Target="https://www.javatpoint.com/javascript-tutorial" TargetMode="External"/><Relationship Id="rId1" Type="http://schemas.openxmlformats.org/officeDocument/2006/relationships/slideLayout" Target="../slideLayouts/slideLayout2.xml"/><Relationship Id="rId6" Type="http://schemas.openxmlformats.org/officeDocument/2006/relationships/hyperlink" Target="https://www.javatpoint.com/css-tutorial" TargetMode="External"/><Relationship Id="rId5" Type="http://schemas.openxmlformats.org/officeDocument/2006/relationships/hyperlink" Target="https://www.javatpoint.com/xhtml-tutorial" TargetMode="External"/><Relationship Id="rId4" Type="http://schemas.openxmlformats.org/officeDocument/2006/relationships/hyperlink" Target="https://www.javatpoint.com/html-tutorial" TargetMode="External"/></Relationships>
</file>

<file path=ppt/slides/_rels/slide50.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Box 3"/>
          <p:cNvSpPr txBox="1">
            <a:spLocks noChangeArrowheads="1"/>
          </p:cNvSpPr>
          <p:nvPr/>
        </p:nvSpPr>
        <p:spPr bwMode="auto">
          <a:xfrm>
            <a:off x="684213" y="1920875"/>
            <a:ext cx="7888287" cy="1569660"/>
          </a:xfrm>
          <a:prstGeom prst="rect">
            <a:avLst/>
          </a:prstGeom>
          <a:noFill/>
          <a:ln w="9525">
            <a:noFill/>
            <a:miter lim="800000"/>
            <a:headEnd/>
            <a:tailEnd/>
          </a:ln>
        </p:spPr>
        <p:txBody>
          <a:bodyPr>
            <a:spAutoFit/>
          </a:bodyPr>
          <a:lstStyle/>
          <a:p>
            <a:pPr hangingPunct="0"/>
            <a:r>
              <a:rPr lang="en-US" sz="2400" b="1">
                <a:solidFill>
                  <a:srgbClr val="003399"/>
                </a:solidFill>
                <a:ea typeface="Arial Unicode MS" pitchFamily="34" charset="-128"/>
                <a:cs typeface="Arial Unicode MS" pitchFamily="34" charset="-128"/>
              </a:rPr>
              <a:t>CSE4004 – Web Technologies</a:t>
            </a:r>
          </a:p>
          <a:p>
            <a:pPr hangingPunct="0"/>
            <a:r>
              <a:rPr lang="en-US" sz="2400" b="1"/>
              <a:t>					</a:t>
            </a:r>
          </a:p>
          <a:p>
            <a:r>
              <a:rPr lang="en-US" sz="2400" b="1"/>
              <a:t>	 </a:t>
            </a:r>
            <a:r>
              <a:rPr lang="en-IN" sz="2400"/>
              <a:t>Client-Side Programming: </a:t>
            </a:r>
          </a:p>
          <a:p>
            <a:r>
              <a:rPr lang="en-IN" sz="2400"/>
              <a:t>				The JavaScript Language</a:t>
            </a:r>
            <a:endParaRPr lang="en-US" sz="2400" b="1"/>
          </a:p>
        </p:txBody>
      </p:sp>
    </p:spTree>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JavaScript?</a:t>
            </a:r>
            <a:br>
              <a:rPr lang="en-US"/>
            </a:br>
            <a:endParaRPr lang="en-US"/>
          </a:p>
        </p:txBody>
      </p:sp>
      <p:sp>
        <p:nvSpPr>
          <p:cNvPr id="3" name="Content Placeholder 2"/>
          <p:cNvSpPr>
            <a:spLocks noGrp="1"/>
          </p:cNvSpPr>
          <p:nvPr>
            <p:ph idx="1"/>
          </p:nvPr>
        </p:nvSpPr>
        <p:spPr>
          <a:xfrm>
            <a:off x="457200" y="723901"/>
            <a:ext cx="8229600" cy="4381500"/>
          </a:xfrm>
        </p:spPr>
        <p:txBody>
          <a:bodyPr/>
          <a:lstStyle/>
          <a:p>
            <a:pPr algn="just"/>
            <a:r>
              <a:rPr lang="en-IN"/>
              <a:t>JavaScript (</a:t>
            </a:r>
            <a:r>
              <a:rPr lang="en-IN" err="1"/>
              <a:t>js</a:t>
            </a:r>
            <a:r>
              <a:rPr lang="en-IN"/>
              <a:t>) is a light-weight object-oriented programming language which is used by several websites for scripting the webpages.</a:t>
            </a:r>
          </a:p>
          <a:p>
            <a:pPr algn="just"/>
            <a:r>
              <a:rPr lang="en-IN"/>
              <a:t> It is an interpreted, full-fledged programming language that enables dynamic interactivity on websites when applied to an HTML document. </a:t>
            </a:r>
          </a:p>
          <a:p>
            <a:pPr algn="just"/>
            <a:r>
              <a:rPr lang="en-IN"/>
              <a:t>It was introduced in the year 1995 for adding programs to the webpages in the Netscape Navigator browser.</a:t>
            </a:r>
          </a:p>
          <a:p>
            <a:pPr algn="just"/>
            <a:r>
              <a:rPr lang="en-US"/>
              <a:t>JavaScript is one of the popular scripting languages having following features : </a:t>
            </a:r>
          </a:p>
          <a:p>
            <a:pPr lvl="1" algn="just"/>
            <a:r>
              <a:rPr lang="en-US"/>
              <a:t>It can be used for client and server applications. </a:t>
            </a:r>
          </a:p>
          <a:p>
            <a:pPr lvl="1" algn="just"/>
            <a:r>
              <a:rPr lang="en-US"/>
              <a:t>It is platform independent which means it can run on any operating systems (i.e. Linux, Microsoft Windows, Mac OS X etc.). </a:t>
            </a:r>
          </a:p>
          <a:p>
            <a:pPr lvl="1" algn="just"/>
            <a:r>
              <a:rPr lang="en-US"/>
              <a:t>JavaScript codes are needed to be embedded or referenced into HTML documents then only it can run on a web browser. </a:t>
            </a:r>
          </a:p>
          <a:p>
            <a:pPr lvl="1" algn="just"/>
            <a:r>
              <a:rPr lang="en-US"/>
              <a:t>It is a case-sensitive language and its keywords are in lowercase only.</a:t>
            </a:r>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a:t>
            </a:fld>
            <a:endParaRPr lang="en-IN"/>
          </a:p>
        </p:txBody>
      </p:sp>
    </p:spTree>
    <p:extLst>
      <p:ext uri="{BB962C8B-B14F-4D97-AF65-F5344CB8AC3E}">
        <p14:creationId xmlns:p14="http://schemas.microsoft.com/office/powerpoint/2010/main" val="3214500550"/>
      </p:ext>
    </p:extLst>
  </p:cSld>
  <p:clrMapOvr>
    <a:masterClrMapping/>
  </p:clrMapOvr>
  <p:transition>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can JavaScript Do? </a:t>
            </a:r>
          </a:p>
        </p:txBody>
      </p:sp>
      <p:sp>
        <p:nvSpPr>
          <p:cNvPr id="3" name="Content Placeholder 2"/>
          <p:cNvSpPr>
            <a:spLocks noGrp="1"/>
          </p:cNvSpPr>
          <p:nvPr>
            <p:ph idx="1"/>
          </p:nvPr>
        </p:nvSpPr>
        <p:spPr/>
        <p:txBody>
          <a:bodyPr/>
          <a:lstStyle/>
          <a:p>
            <a:endParaRPr lang="en-US" sz="2400"/>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a:t>
            </a:fld>
            <a:endParaRPr lang="en-IN"/>
          </a:p>
        </p:txBody>
      </p:sp>
      <p:pic>
        <p:nvPicPr>
          <p:cNvPr id="7" name="Picture 6"/>
          <p:cNvPicPr>
            <a:picLocks noChangeAspect="1"/>
          </p:cNvPicPr>
          <p:nvPr/>
        </p:nvPicPr>
        <p:blipFill>
          <a:blip r:embed="rId2"/>
          <a:stretch>
            <a:fillRect/>
          </a:stretch>
        </p:blipFill>
        <p:spPr>
          <a:xfrm>
            <a:off x="152400" y="0"/>
            <a:ext cx="8534400" cy="5715000"/>
          </a:xfrm>
          <a:prstGeom prst="rect">
            <a:avLst/>
          </a:prstGeom>
        </p:spPr>
      </p:pic>
    </p:spTree>
  </p:cSld>
  <p:clrMapOvr>
    <a:masterClrMapping/>
  </p:clrMapOvr>
  <p:transition>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Java Script Example</a:t>
            </a:r>
          </a:p>
        </p:txBody>
      </p:sp>
      <p:sp>
        <p:nvSpPr>
          <p:cNvPr id="3" name="Content Placeholder 2"/>
          <p:cNvSpPr>
            <a:spLocks noGrp="1"/>
          </p:cNvSpPr>
          <p:nvPr>
            <p:ph idx="1"/>
          </p:nvPr>
        </p:nvSpPr>
        <p:spPr/>
        <p:txBody>
          <a:bodyPr/>
          <a:lstStyle/>
          <a:p>
            <a:r>
              <a:rPr lang="en-IN" sz="2400"/>
              <a:t>JavaScript provides 3 places to put the JavaScript code: within body tag, within head tag and external JavaScript file.</a:t>
            </a:r>
          </a:p>
          <a:p>
            <a:pPr marL="1257300" lvl="3" indent="0">
              <a:buNone/>
            </a:pPr>
            <a:r>
              <a:rPr lang="en-IN" sz="2400" b="1"/>
              <a:t>&lt;script</a:t>
            </a:r>
            <a:r>
              <a:rPr lang="en-IN" sz="2400"/>
              <a:t> type="text/</a:t>
            </a:r>
            <a:r>
              <a:rPr lang="en-IN" sz="2400" err="1"/>
              <a:t>javascript</a:t>
            </a:r>
            <a:r>
              <a:rPr lang="en-IN" sz="2400"/>
              <a:t>"</a:t>
            </a:r>
            <a:r>
              <a:rPr lang="en-IN" sz="2400" b="1"/>
              <a:t>&gt;</a:t>
            </a:r>
            <a:r>
              <a:rPr lang="en-IN" sz="2400"/>
              <a:t>  </a:t>
            </a:r>
          </a:p>
          <a:p>
            <a:pPr marL="1257300" lvl="3" indent="0">
              <a:buNone/>
            </a:pPr>
            <a:r>
              <a:rPr lang="en-IN" sz="2400"/>
              <a:t>alert("Hello </a:t>
            </a:r>
            <a:r>
              <a:rPr lang="en-IN" sz="2400" err="1"/>
              <a:t>Javatpoint</a:t>
            </a:r>
            <a:r>
              <a:rPr lang="en-IN" sz="2400"/>
              <a:t>");  </a:t>
            </a:r>
          </a:p>
          <a:p>
            <a:pPr marL="1257300" lvl="3" indent="0">
              <a:buNone/>
            </a:pPr>
            <a:r>
              <a:rPr lang="en-IN" sz="2400" b="1"/>
              <a:t>&lt;/script&gt;</a:t>
            </a:r>
            <a:endParaRPr lang="en-IN" sz="2400"/>
          </a:p>
          <a:p>
            <a:endParaRPr lang="en-US" sz="2400"/>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a:t>
            </a:fld>
            <a:endParaRPr lang="en-IN"/>
          </a:p>
        </p:txBody>
      </p:sp>
    </p:spTree>
    <p:extLst>
      <p:ext uri="{BB962C8B-B14F-4D97-AF65-F5344CB8AC3E}">
        <p14:creationId xmlns:p14="http://schemas.microsoft.com/office/powerpoint/2010/main" val="3039992708"/>
      </p:ext>
    </p:extLst>
  </p:cSld>
  <p:clrMapOvr>
    <a:masterClrMapping/>
  </p:clrMapOvr>
  <p:transition>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Example : code between the head tag</a:t>
            </a:r>
          </a:p>
        </p:txBody>
      </p:sp>
      <p:sp>
        <p:nvSpPr>
          <p:cNvPr id="3" name="Content Placeholder 2"/>
          <p:cNvSpPr>
            <a:spLocks noGrp="1"/>
          </p:cNvSpPr>
          <p:nvPr>
            <p:ph idx="1"/>
          </p:nvPr>
        </p:nvSpPr>
        <p:spPr>
          <a:xfrm>
            <a:off x="152400" y="723900"/>
            <a:ext cx="4267200" cy="4105275"/>
          </a:xfrm>
        </p:spPr>
        <p:txBody>
          <a:bodyPr/>
          <a:lstStyle/>
          <a:p>
            <a:pPr marL="0" indent="0">
              <a:buNone/>
            </a:pPr>
            <a:r>
              <a:rPr lang="en-IN" sz="2400">
                <a:latin typeface="Times New Roman" panose="02020603050405020304" pitchFamily="18" charset="0"/>
                <a:cs typeface="Times New Roman" panose="02020603050405020304" pitchFamily="18" charset="0"/>
              </a:rPr>
              <a:t>&lt;html&gt; &lt;head&gt;  </a:t>
            </a:r>
          </a:p>
          <a:p>
            <a:pPr marL="0" indent="0">
              <a:buNone/>
            </a:pPr>
            <a:r>
              <a:rPr lang="en-IN" sz="2400">
                <a:latin typeface="Times New Roman" panose="02020603050405020304" pitchFamily="18" charset="0"/>
                <a:cs typeface="Times New Roman" panose="02020603050405020304" pitchFamily="18" charset="0"/>
              </a:rPr>
              <a:t>&lt;script type="text/</a:t>
            </a:r>
            <a:r>
              <a:rPr lang="en-IN" sz="2400" err="1">
                <a:latin typeface="Times New Roman" panose="02020603050405020304" pitchFamily="18" charset="0"/>
                <a:cs typeface="Times New Roman" panose="02020603050405020304" pitchFamily="18" charset="0"/>
              </a:rPr>
              <a:t>javascript</a:t>
            </a:r>
            <a:r>
              <a:rPr lang="en-IN" sz="2400">
                <a:latin typeface="Times New Roman" panose="02020603050405020304" pitchFamily="18" charset="0"/>
                <a:cs typeface="Times New Roman" panose="02020603050405020304" pitchFamily="18" charset="0"/>
              </a:rPr>
              <a:t>"&gt;  </a:t>
            </a:r>
          </a:p>
          <a:p>
            <a:pPr marL="0" indent="0">
              <a:buNone/>
            </a:pPr>
            <a:r>
              <a:rPr lang="en-IN" sz="2400">
                <a:latin typeface="Times New Roman" panose="02020603050405020304" pitchFamily="18" charset="0"/>
                <a:cs typeface="Times New Roman" panose="02020603050405020304" pitchFamily="18" charset="0"/>
              </a:rPr>
              <a:t>function </a:t>
            </a:r>
            <a:r>
              <a:rPr lang="en-IN" sz="2400" err="1">
                <a:latin typeface="Times New Roman" panose="02020603050405020304" pitchFamily="18" charset="0"/>
                <a:cs typeface="Times New Roman" panose="02020603050405020304" pitchFamily="18" charset="0"/>
              </a:rPr>
              <a:t>msg</a:t>
            </a:r>
            <a:r>
              <a:rPr lang="en-IN" sz="2400">
                <a:latin typeface="Times New Roman" panose="02020603050405020304" pitchFamily="18" charset="0"/>
                <a:cs typeface="Times New Roman" panose="02020603050405020304" pitchFamily="18" charset="0"/>
              </a:rPr>
              <a:t>(){  </a:t>
            </a:r>
          </a:p>
          <a:p>
            <a:pPr marL="0" indent="0">
              <a:buNone/>
            </a:pPr>
            <a:r>
              <a:rPr lang="en-IN" sz="2400">
                <a:latin typeface="Times New Roman" panose="02020603050405020304" pitchFamily="18" charset="0"/>
                <a:cs typeface="Times New Roman" panose="02020603050405020304" pitchFamily="18" charset="0"/>
              </a:rPr>
              <a:t> alert("Hello </a:t>
            </a:r>
            <a:r>
              <a:rPr lang="en-IN" sz="2400" err="1">
                <a:latin typeface="Times New Roman" panose="02020603050405020304" pitchFamily="18" charset="0"/>
                <a:cs typeface="Times New Roman" panose="02020603050405020304" pitchFamily="18" charset="0"/>
              </a:rPr>
              <a:t>Javatpoint</a:t>
            </a:r>
            <a:r>
              <a:rPr lang="en-IN" sz="2400">
                <a:latin typeface="Times New Roman" panose="02020603050405020304" pitchFamily="18" charset="0"/>
                <a:cs typeface="Times New Roman" panose="02020603050405020304" pitchFamily="18" charset="0"/>
              </a:rPr>
              <a:t>");  </a:t>
            </a:r>
          </a:p>
          <a:p>
            <a:pPr marL="0" indent="0">
              <a:buNone/>
            </a:pPr>
            <a:r>
              <a:rPr lang="en-IN" sz="2400">
                <a:latin typeface="Times New Roman" panose="02020603050405020304" pitchFamily="18" charset="0"/>
                <a:cs typeface="Times New Roman" panose="02020603050405020304" pitchFamily="18" charset="0"/>
              </a:rPr>
              <a:t>}  </a:t>
            </a:r>
          </a:p>
          <a:p>
            <a:pPr marL="0" indent="0">
              <a:buNone/>
            </a:pPr>
            <a:r>
              <a:rPr lang="en-IN" sz="2400">
                <a:latin typeface="Times New Roman" panose="02020603050405020304" pitchFamily="18" charset="0"/>
                <a:cs typeface="Times New Roman" panose="02020603050405020304" pitchFamily="18" charset="0"/>
              </a:rPr>
              <a:t>&lt;/script&gt;  &lt;/head&gt;  </a:t>
            </a:r>
          </a:p>
          <a:p>
            <a:pPr marL="0" indent="0">
              <a:buNone/>
            </a:pPr>
            <a:r>
              <a:rPr lang="en-IN" sz="2400">
                <a:latin typeface="Times New Roman" panose="02020603050405020304" pitchFamily="18" charset="0"/>
                <a:cs typeface="Times New Roman" panose="02020603050405020304" pitchFamily="18" charset="0"/>
              </a:rPr>
              <a:t>&lt;body&gt;  </a:t>
            </a:r>
          </a:p>
          <a:p>
            <a:pPr marL="0" indent="0">
              <a:buNone/>
            </a:pPr>
            <a:r>
              <a:rPr lang="en-IN" sz="2400">
                <a:latin typeface="Times New Roman" panose="02020603050405020304" pitchFamily="18" charset="0"/>
                <a:cs typeface="Times New Roman" panose="02020603050405020304" pitchFamily="18" charset="0"/>
              </a:rPr>
              <a:t>&lt;p&gt;Welcome to JavaScript&lt;/p&gt;  </a:t>
            </a:r>
          </a:p>
          <a:p>
            <a:pPr marL="0" indent="0">
              <a:buNone/>
            </a:pPr>
            <a:r>
              <a:rPr lang="en-IN" sz="2400">
                <a:latin typeface="Times New Roman" panose="02020603050405020304" pitchFamily="18" charset="0"/>
                <a:cs typeface="Times New Roman" panose="02020603050405020304" pitchFamily="18" charset="0"/>
              </a:rPr>
              <a:t>&lt;form&gt; </a:t>
            </a:r>
          </a:p>
          <a:p>
            <a:pPr marL="0" indent="0">
              <a:buNone/>
            </a:pPr>
            <a:endParaRPr lang="en-US"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a:t>
            </a:fld>
            <a:endParaRPr lang="en-IN"/>
          </a:p>
        </p:txBody>
      </p:sp>
      <p:sp>
        <p:nvSpPr>
          <p:cNvPr id="7" name="Content Placeholder 2"/>
          <p:cNvSpPr txBox="1">
            <a:spLocks/>
          </p:cNvSpPr>
          <p:nvPr/>
        </p:nvSpPr>
        <p:spPr bwMode="auto">
          <a:xfrm>
            <a:off x="4419600" y="800101"/>
            <a:ext cx="4572000" cy="2133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itchFamily="34" charset="0"/>
              <a:buChar char="»"/>
              <a:defRPr sz="18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400">
                <a:latin typeface="Times New Roman" panose="02020603050405020304" pitchFamily="18" charset="0"/>
                <a:cs typeface="Times New Roman" panose="02020603050405020304" pitchFamily="18" charset="0"/>
              </a:rPr>
              <a:t> &lt;input type="button" value="click" </a:t>
            </a:r>
            <a:r>
              <a:rPr lang="en-IN" sz="2400" err="1">
                <a:latin typeface="Times New Roman" panose="02020603050405020304" pitchFamily="18" charset="0"/>
                <a:cs typeface="Times New Roman" panose="02020603050405020304" pitchFamily="18" charset="0"/>
              </a:rPr>
              <a:t>onclick</a:t>
            </a:r>
            <a:r>
              <a:rPr lang="en-IN" sz="2400">
                <a:latin typeface="Times New Roman" panose="02020603050405020304" pitchFamily="18" charset="0"/>
                <a:cs typeface="Times New Roman" panose="02020603050405020304" pitchFamily="18" charset="0"/>
              </a:rPr>
              <a:t>="</a:t>
            </a:r>
            <a:r>
              <a:rPr lang="en-IN" sz="2400" err="1">
                <a:latin typeface="Times New Roman" panose="02020603050405020304" pitchFamily="18" charset="0"/>
                <a:cs typeface="Times New Roman" panose="02020603050405020304" pitchFamily="18" charset="0"/>
              </a:rPr>
              <a:t>msg</a:t>
            </a:r>
            <a:r>
              <a:rPr lang="en-IN" sz="2400">
                <a:latin typeface="Times New Roman" panose="02020603050405020304" pitchFamily="18" charset="0"/>
                <a:cs typeface="Times New Roman" panose="02020603050405020304" pitchFamily="18" charset="0"/>
              </a:rPr>
              <a:t>()"/&gt;  </a:t>
            </a:r>
          </a:p>
          <a:p>
            <a:pPr marL="0" indent="0">
              <a:buNone/>
            </a:pPr>
            <a:r>
              <a:rPr lang="en-IN" sz="2400">
                <a:latin typeface="Times New Roman" panose="02020603050405020304" pitchFamily="18" charset="0"/>
                <a:cs typeface="Times New Roman" panose="02020603050405020304" pitchFamily="18" charset="0"/>
              </a:rPr>
              <a:t>&lt;/form&gt;  </a:t>
            </a:r>
          </a:p>
          <a:p>
            <a:pPr marL="0" indent="0">
              <a:buNone/>
            </a:pPr>
            <a:r>
              <a:rPr lang="en-IN" sz="2400">
                <a:latin typeface="Times New Roman" panose="02020603050405020304" pitchFamily="18" charset="0"/>
                <a:cs typeface="Times New Roman" panose="02020603050405020304" pitchFamily="18" charset="0"/>
              </a:rPr>
              <a:t>&lt;/body&gt;  </a:t>
            </a:r>
          </a:p>
          <a:p>
            <a:pPr marL="0" indent="0">
              <a:buNone/>
            </a:pPr>
            <a:r>
              <a:rPr lang="en-IN" sz="2400">
                <a:latin typeface="Times New Roman" panose="02020603050405020304" pitchFamily="18" charset="0"/>
                <a:cs typeface="Times New Roman" panose="02020603050405020304" pitchFamily="18" charset="0"/>
              </a:rPr>
              <a:t>&lt;/html&gt;</a:t>
            </a:r>
          </a:p>
        </p:txBody>
      </p:sp>
      <p:pic>
        <p:nvPicPr>
          <p:cNvPr id="8" name="Picture 7"/>
          <p:cNvPicPr>
            <a:picLocks noChangeAspect="1"/>
          </p:cNvPicPr>
          <p:nvPr/>
        </p:nvPicPr>
        <p:blipFill>
          <a:blip r:embed="rId2"/>
          <a:stretch>
            <a:fillRect/>
          </a:stretch>
        </p:blipFill>
        <p:spPr>
          <a:xfrm>
            <a:off x="4495800" y="3060752"/>
            <a:ext cx="4276425" cy="2629373"/>
          </a:xfrm>
          <a:prstGeom prst="rect">
            <a:avLst/>
          </a:prstGeom>
        </p:spPr>
      </p:pic>
    </p:spTree>
    <p:extLst>
      <p:ext uri="{BB962C8B-B14F-4D97-AF65-F5344CB8AC3E}">
        <p14:creationId xmlns:p14="http://schemas.microsoft.com/office/powerpoint/2010/main" val="2480019759"/>
      </p:ext>
    </p:extLst>
  </p:cSld>
  <p:clrMapOvr>
    <a:masterClrMapping/>
  </p:clrMapOvr>
  <p:transition>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External JavaScript file</a:t>
            </a:r>
          </a:p>
        </p:txBody>
      </p:sp>
      <p:sp>
        <p:nvSpPr>
          <p:cNvPr id="3" name="Content Placeholder 2"/>
          <p:cNvSpPr>
            <a:spLocks noGrp="1"/>
          </p:cNvSpPr>
          <p:nvPr>
            <p:ph idx="1"/>
          </p:nvPr>
        </p:nvSpPr>
        <p:spPr/>
        <p:txBody>
          <a:bodyPr/>
          <a:lstStyle/>
          <a:p>
            <a:endParaRPr lang="en-US" sz="2400"/>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6</a:t>
            </a:fld>
            <a:endParaRPr lang="en-IN"/>
          </a:p>
        </p:txBody>
      </p:sp>
      <p:pic>
        <p:nvPicPr>
          <p:cNvPr id="7" name="Picture 6"/>
          <p:cNvPicPr>
            <a:picLocks noChangeAspect="1"/>
          </p:cNvPicPr>
          <p:nvPr/>
        </p:nvPicPr>
        <p:blipFill>
          <a:blip r:embed="rId2"/>
          <a:stretch>
            <a:fillRect/>
          </a:stretch>
        </p:blipFill>
        <p:spPr>
          <a:xfrm>
            <a:off x="381000" y="952500"/>
            <a:ext cx="2743200" cy="2276793"/>
          </a:xfrm>
          <a:prstGeom prst="rect">
            <a:avLst/>
          </a:prstGeom>
        </p:spPr>
      </p:pic>
      <p:pic>
        <p:nvPicPr>
          <p:cNvPr id="8" name="Picture 7"/>
          <p:cNvPicPr>
            <a:picLocks noChangeAspect="1"/>
          </p:cNvPicPr>
          <p:nvPr/>
        </p:nvPicPr>
        <p:blipFill>
          <a:blip r:embed="rId3"/>
          <a:stretch>
            <a:fillRect/>
          </a:stretch>
        </p:blipFill>
        <p:spPr>
          <a:xfrm>
            <a:off x="3352800" y="1028700"/>
            <a:ext cx="5563376" cy="4105848"/>
          </a:xfrm>
          <a:prstGeom prst="rect">
            <a:avLst/>
          </a:prstGeom>
        </p:spPr>
      </p:pic>
    </p:spTree>
    <p:extLst>
      <p:ext uri="{BB962C8B-B14F-4D97-AF65-F5344CB8AC3E}">
        <p14:creationId xmlns:p14="http://schemas.microsoft.com/office/powerpoint/2010/main" val="3823560206"/>
      </p:ext>
    </p:extLst>
  </p:cSld>
  <p:clrMapOvr>
    <a:masterClrMapping/>
  </p:clrMapOvr>
  <p:transition>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Comment Line</a:t>
            </a:r>
          </a:p>
        </p:txBody>
      </p:sp>
      <p:sp>
        <p:nvSpPr>
          <p:cNvPr id="3" name="Content Placeholder 2"/>
          <p:cNvSpPr>
            <a:spLocks noGrp="1"/>
          </p:cNvSpPr>
          <p:nvPr>
            <p:ph idx="1"/>
          </p:nvPr>
        </p:nvSpPr>
        <p:spPr/>
        <p:txBody>
          <a:bodyPr/>
          <a:lstStyle/>
          <a:p>
            <a:r>
              <a:rPr lang="en-IN" sz="2400"/>
              <a:t>There are two types of comments in JavaScript.</a:t>
            </a:r>
          </a:p>
          <a:p>
            <a:pPr lvl="2"/>
            <a:r>
              <a:rPr lang="en-IN" sz="2400"/>
              <a:t>Single-line Comment (//)</a:t>
            </a:r>
          </a:p>
          <a:p>
            <a:pPr lvl="2"/>
            <a:r>
              <a:rPr lang="en-IN" sz="2400"/>
              <a:t>Multi-line Comment (/* your code here  */)</a:t>
            </a:r>
          </a:p>
          <a:p>
            <a:pPr lvl="2"/>
            <a:endParaRPr lang="en-IN" sz="2400"/>
          </a:p>
          <a:p>
            <a:pPr marL="0" indent="0">
              <a:buNone/>
            </a:pPr>
            <a:r>
              <a:rPr lang="en-US" b="1"/>
              <a:t>Single line Comment</a:t>
            </a:r>
            <a:endParaRPr lang="en-IN" b="1"/>
          </a:p>
          <a:p>
            <a:pPr marL="0" indent="0">
              <a:buNone/>
            </a:pPr>
            <a:r>
              <a:rPr lang="en-IN" b="1"/>
              <a:t>&lt;script&gt;</a:t>
            </a:r>
            <a:r>
              <a:rPr lang="en-IN"/>
              <a:t>  </a:t>
            </a:r>
          </a:p>
          <a:p>
            <a:pPr marL="0" indent="0">
              <a:buNone/>
            </a:pPr>
            <a:r>
              <a:rPr lang="en-IN" err="1"/>
              <a:t>var</a:t>
            </a:r>
            <a:r>
              <a:rPr lang="en-IN"/>
              <a:t> a=10;  </a:t>
            </a:r>
          </a:p>
          <a:p>
            <a:pPr marL="0" indent="0">
              <a:buNone/>
            </a:pPr>
            <a:r>
              <a:rPr lang="en-IN" err="1"/>
              <a:t>var</a:t>
            </a:r>
            <a:r>
              <a:rPr lang="en-IN"/>
              <a:t> b=20;  </a:t>
            </a:r>
          </a:p>
          <a:p>
            <a:pPr marL="0" indent="0">
              <a:buNone/>
            </a:pPr>
            <a:r>
              <a:rPr lang="en-IN" err="1"/>
              <a:t>var</a:t>
            </a:r>
            <a:r>
              <a:rPr lang="en-IN"/>
              <a:t> c=</a:t>
            </a:r>
            <a:r>
              <a:rPr lang="en-IN" err="1"/>
              <a:t>a+b</a:t>
            </a:r>
            <a:r>
              <a:rPr lang="en-IN"/>
              <a:t>;//It adds values of a and b variable  </a:t>
            </a:r>
          </a:p>
          <a:p>
            <a:pPr marL="0" indent="0">
              <a:buNone/>
            </a:pPr>
            <a:r>
              <a:rPr lang="en-IN" err="1"/>
              <a:t>document.write</a:t>
            </a:r>
            <a:r>
              <a:rPr lang="en-IN"/>
              <a:t>(c);//prints sum of 10 and 20  </a:t>
            </a:r>
          </a:p>
          <a:p>
            <a:pPr marL="0" indent="0">
              <a:buNone/>
            </a:pPr>
            <a:r>
              <a:rPr lang="en-IN" b="1"/>
              <a:t>&lt;/script&gt;</a:t>
            </a:r>
            <a:endParaRPr lang="en-IN"/>
          </a:p>
          <a:p>
            <a:pPr marL="914400" lvl="2" indent="0">
              <a:buNone/>
            </a:pPr>
            <a:endParaRPr lang="en-IN" sz="2400"/>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7</a:t>
            </a:fld>
            <a:endParaRPr lang="en-IN"/>
          </a:p>
        </p:txBody>
      </p:sp>
    </p:spTree>
    <p:extLst>
      <p:ext uri="{BB962C8B-B14F-4D97-AF65-F5344CB8AC3E}">
        <p14:creationId xmlns:p14="http://schemas.microsoft.com/office/powerpoint/2010/main" val="1576457737"/>
      </p:ext>
    </p:extLst>
  </p:cSld>
  <p:clrMapOvr>
    <a:masterClrMapping/>
  </p:clrMapOvr>
  <p:transition>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Variable</a:t>
            </a:r>
          </a:p>
        </p:txBody>
      </p:sp>
      <p:sp>
        <p:nvSpPr>
          <p:cNvPr id="3" name="Content Placeholder 2"/>
          <p:cNvSpPr>
            <a:spLocks noGrp="1"/>
          </p:cNvSpPr>
          <p:nvPr>
            <p:ph idx="1"/>
          </p:nvPr>
        </p:nvSpPr>
        <p:spPr/>
        <p:txBody>
          <a:bodyPr/>
          <a:lstStyle/>
          <a:p>
            <a:pPr algn="just"/>
            <a:r>
              <a:rPr lang="en-IN" sz="2200">
                <a:latin typeface="Times New Roman" panose="02020603050405020304" pitchFamily="18" charset="0"/>
                <a:cs typeface="Times New Roman" panose="02020603050405020304" pitchFamily="18" charset="0"/>
              </a:rPr>
              <a:t>A </a:t>
            </a:r>
            <a:r>
              <a:rPr lang="en-IN" sz="2200" b="1">
                <a:latin typeface="Times New Roman" panose="02020603050405020304" pitchFamily="18" charset="0"/>
                <a:cs typeface="Times New Roman" panose="02020603050405020304" pitchFamily="18" charset="0"/>
              </a:rPr>
              <a:t>JavaScript variable</a:t>
            </a:r>
            <a:r>
              <a:rPr lang="en-IN" sz="2200">
                <a:latin typeface="Times New Roman" panose="02020603050405020304" pitchFamily="18" charset="0"/>
                <a:cs typeface="Times New Roman" panose="02020603050405020304" pitchFamily="18" charset="0"/>
              </a:rPr>
              <a:t> is simply a name of storage location. There are two types of variables in JavaScript : local variable and global variable.</a:t>
            </a:r>
          </a:p>
          <a:p>
            <a:pPr algn="just"/>
            <a:r>
              <a:rPr lang="en-IN" sz="2200">
                <a:latin typeface="Times New Roman" panose="02020603050405020304" pitchFamily="18" charset="0"/>
                <a:cs typeface="Times New Roman" panose="02020603050405020304" pitchFamily="18" charset="0"/>
              </a:rPr>
              <a:t>There are some rules while declaring a JavaScript variable (also known as identifiers).</a:t>
            </a:r>
          </a:p>
          <a:p>
            <a:pPr algn="just"/>
            <a:r>
              <a:rPr lang="en-IN" sz="2200">
                <a:latin typeface="Times New Roman" panose="02020603050405020304" pitchFamily="18" charset="0"/>
                <a:cs typeface="Times New Roman" panose="02020603050405020304" pitchFamily="18" charset="0"/>
              </a:rPr>
              <a:t>Name must start with a letter (a to z or A to Z), underscore( _ ), or dollar( $ ) sign.</a:t>
            </a:r>
          </a:p>
          <a:p>
            <a:pPr algn="just"/>
            <a:r>
              <a:rPr lang="en-IN" sz="2200">
                <a:latin typeface="Times New Roman" panose="02020603050405020304" pitchFamily="18" charset="0"/>
                <a:cs typeface="Times New Roman" panose="02020603050405020304" pitchFamily="18" charset="0"/>
              </a:rPr>
              <a:t>After first letter we can use digits (0 to 9), for example value1.</a:t>
            </a:r>
          </a:p>
          <a:p>
            <a:pPr algn="just"/>
            <a:r>
              <a:rPr lang="en-IN" sz="2200">
                <a:latin typeface="Times New Roman" panose="02020603050405020304" pitchFamily="18" charset="0"/>
                <a:cs typeface="Times New Roman" panose="02020603050405020304" pitchFamily="18" charset="0"/>
              </a:rPr>
              <a:t>JavaScript variables are case sensitive, for example x and X are different variables.</a:t>
            </a:r>
          </a:p>
          <a:p>
            <a:pPr algn="just"/>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8</a:t>
            </a:fld>
            <a:endParaRPr lang="en-IN"/>
          </a:p>
        </p:txBody>
      </p:sp>
    </p:spTree>
    <p:extLst>
      <p:ext uri="{BB962C8B-B14F-4D97-AF65-F5344CB8AC3E}">
        <p14:creationId xmlns:p14="http://schemas.microsoft.com/office/powerpoint/2010/main" val="3805937326"/>
      </p:ext>
    </p:extLst>
  </p:cSld>
  <p:clrMapOvr>
    <a:masterClrMapping/>
  </p:clrMapOvr>
  <p:transition>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Local and Global Variable</a:t>
            </a:r>
          </a:p>
        </p:txBody>
      </p:sp>
      <p:pic>
        <p:nvPicPr>
          <p:cNvPr id="7" name="Content Placeholder 6"/>
          <p:cNvPicPr>
            <a:picLocks noGrp="1" noChangeAspect="1"/>
          </p:cNvPicPr>
          <p:nvPr>
            <p:ph idx="1"/>
          </p:nvPr>
        </p:nvPicPr>
        <p:blipFill>
          <a:blip r:embed="rId2"/>
          <a:stretch>
            <a:fillRect/>
          </a:stretch>
        </p:blipFill>
        <p:spPr>
          <a:xfrm>
            <a:off x="381000" y="1028700"/>
            <a:ext cx="3458058" cy="2038635"/>
          </a:xfrm>
          <a:prstGeom prst="rect">
            <a:avLst/>
          </a:prstGeom>
        </p:spPr>
      </p:pic>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9</a:t>
            </a:fld>
            <a:endParaRPr lang="en-IN"/>
          </a:p>
        </p:txBody>
      </p:sp>
      <p:pic>
        <p:nvPicPr>
          <p:cNvPr id="8" name="Picture 7"/>
          <p:cNvPicPr>
            <a:picLocks noChangeAspect="1"/>
          </p:cNvPicPr>
          <p:nvPr/>
        </p:nvPicPr>
        <p:blipFill>
          <a:blip r:embed="rId3"/>
          <a:stretch>
            <a:fillRect/>
          </a:stretch>
        </p:blipFill>
        <p:spPr>
          <a:xfrm>
            <a:off x="4724400" y="800100"/>
            <a:ext cx="3458058" cy="4344006"/>
          </a:xfrm>
          <a:prstGeom prst="rect">
            <a:avLst/>
          </a:prstGeom>
        </p:spPr>
      </p:pic>
    </p:spTree>
    <p:extLst>
      <p:ext uri="{BB962C8B-B14F-4D97-AF65-F5344CB8AC3E}">
        <p14:creationId xmlns:p14="http://schemas.microsoft.com/office/powerpoint/2010/main" val="1326643875"/>
      </p:ext>
    </p:extLst>
  </p:cSld>
  <p:clrMapOvr>
    <a:masterClrMapping/>
  </p:clrMapOvr>
  <p:transition>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dirty="0"/>
              <a:t>Java script </a:t>
            </a:r>
            <a:r>
              <a:rPr lang="en-IN" b="0" dirty="0" smtClean="0"/>
              <a:t>variables</a:t>
            </a:r>
            <a:endParaRPr lang="en-IN" b="0" dirty="0"/>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10</a:t>
            </a:fld>
            <a:endParaRPr lang="en-IN"/>
          </a:p>
        </p:txBody>
      </p:sp>
      <p:pic>
        <p:nvPicPr>
          <p:cNvPr id="10" name="Picture 9"/>
          <p:cNvPicPr>
            <a:picLocks noChangeAspect="1"/>
          </p:cNvPicPr>
          <p:nvPr/>
        </p:nvPicPr>
        <p:blipFill>
          <a:blip r:embed="rId2"/>
          <a:stretch>
            <a:fillRect/>
          </a:stretch>
        </p:blipFill>
        <p:spPr>
          <a:xfrm>
            <a:off x="262742" y="750864"/>
            <a:ext cx="8616563" cy="4538397"/>
          </a:xfrm>
          <a:prstGeom prst="rect">
            <a:avLst/>
          </a:prstGeom>
        </p:spPr>
      </p:pic>
    </p:spTree>
    <p:extLst>
      <p:ext uri="{BB962C8B-B14F-4D97-AF65-F5344CB8AC3E}">
        <p14:creationId xmlns:p14="http://schemas.microsoft.com/office/powerpoint/2010/main" val="3075460370"/>
      </p:ext>
    </p:extLst>
  </p:cSld>
  <p:clrMapOvr>
    <a:masterClrMapping/>
  </p:clrMapOvr>
  <p:transition>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 script Data Types</a:t>
            </a:r>
          </a:p>
        </p:txBody>
      </p:sp>
      <p:sp>
        <p:nvSpPr>
          <p:cNvPr id="3" name="Content Placeholder 2"/>
          <p:cNvSpPr>
            <a:spLocks noGrp="1"/>
          </p:cNvSpPr>
          <p:nvPr>
            <p:ph idx="1"/>
          </p:nvPr>
        </p:nvSpPr>
        <p:spPr/>
        <p:txBody>
          <a:bodyPr/>
          <a:lstStyle/>
          <a:p>
            <a:pPr algn="just"/>
            <a:r>
              <a:rPr lang="en-IN" sz="2400">
                <a:latin typeface="Times New Roman" panose="02020603050405020304" pitchFamily="18" charset="0"/>
                <a:cs typeface="Times New Roman" panose="02020603050405020304" pitchFamily="18" charset="0"/>
              </a:rPr>
              <a:t>JavaScript provides different </a:t>
            </a:r>
            <a:r>
              <a:rPr lang="en-IN" sz="2400" b="1">
                <a:latin typeface="Times New Roman" panose="02020603050405020304" pitchFamily="18" charset="0"/>
                <a:cs typeface="Times New Roman" panose="02020603050405020304" pitchFamily="18" charset="0"/>
              </a:rPr>
              <a:t>data types</a:t>
            </a:r>
            <a:r>
              <a:rPr lang="en-IN" sz="2400">
                <a:latin typeface="Times New Roman" panose="02020603050405020304" pitchFamily="18" charset="0"/>
                <a:cs typeface="Times New Roman" panose="02020603050405020304" pitchFamily="18" charset="0"/>
              </a:rPr>
              <a:t> to hold different types of values. There are two types of data types in JavaScript.</a:t>
            </a:r>
          </a:p>
          <a:p>
            <a:pPr lvl="3" algn="just"/>
            <a:r>
              <a:rPr lang="en-IN" sz="2400">
                <a:latin typeface="Times New Roman" panose="02020603050405020304" pitchFamily="18" charset="0"/>
                <a:cs typeface="Times New Roman" panose="02020603050405020304" pitchFamily="18" charset="0"/>
              </a:rPr>
              <a:t>Primitive data type</a:t>
            </a:r>
          </a:p>
          <a:p>
            <a:pPr lvl="3" algn="just"/>
            <a:r>
              <a:rPr lang="en-IN" sz="2400">
                <a:latin typeface="Times New Roman" panose="02020603050405020304" pitchFamily="18" charset="0"/>
                <a:cs typeface="Times New Roman" panose="02020603050405020304" pitchFamily="18" charset="0"/>
              </a:rPr>
              <a:t>Non-primitive (reference) data type</a:t>
            </a:r>
          </a:p>
          <a:p>
            <a:pPr algn="just"/>
            <a:endParaRPr lang="en-US" sz="24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11</a:t>
            </a:fld>
            <a:endParaRPr lang="en-IN"/>
          </a:p>
        </p:txBody>
      </p:sp>
      <p:pic>
        <p:nvPicPr>
          <p:cNvPr id="7" name="Picture 6"/>
          <p:cNvPicPr>
            <a:picLocks noChangeAspect="1"/>
          </p:cNvPicPr>
          <p:nvPr/>
        </p:nvPicPr>
        <p:blipFill>
          <a:blip r:embed="rId2"/>
          <a:stretch>
            <a:fillRect/>
          </a:stretch>
        </p:blipFill>
        <p:spPr>
          <a:xfrm>
            <a:off x="457200" y="2780659"/>
            <a:ext cx="4074035" cy="2429171"/>
          </a:xfrm>
          <a:prstGeom prst="rect">
            <a:avLst/>
          </a:prstGeom>
        </p:spPr>
      </p:pic>
      <p:pic>
        <p:nvPicPr>
          <p:cNvPr id="8" name="Picture 7"/>
          <p:cNvPicPr>
            <a:picLocks noChangeAspect="1"/>
          </p:cNvPicPr>
          <p:nvPr/>
        </p:nvPicPr>
        <p:blipFill>
          <a:blip r:embed="rId3"/>
          <a:stretch>
            <a:fillRect/>
          </a:stretch>
        </p:blipFill>
        <p:spPr>
          <a:xfrm>
            <a:off x="4800600" y="2933700"/>
            <a:ext cx="3886200" cy="1981200"/>
          </a:xfrm>
          <a:prstGeom prst="rect">
            <a:avLst/>
          </a:prstGeom>
        </p:spPr>
      </p:pic>
    </p:spTree>
    <p:extLst>
      <p:ext uri="{BB962C8B-B14F-4D97-AF65-F5344CB8AC3E}">
        <p14:creationId xmlns:p14="http://schemas.microsoft.com/office/powerpoint/2010/main" val="2896575186"/>
      </p:ext>
    </p:extLst>
  </p:cSld>
  <p:clrMapOvr>
    <a:masterClrMapping/>
  </p:clrMapOvr>
  <p:transition>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Operators</a:t>
            </a:r>
          </a:p>
        </p:txBody>
      </p:sp>
      <p:sp>
        <p:nvSpPr>
          <p:cNvPr id="3" name="Content Placeholder 2"/>
          <p:cNvSpPr>
            <a:spLocks noGrp="1"/>
          </p:cNvSpPr>
          <p:nvPr>
            <p:ph idx="1"/>
          </p:nvPr>
        </p:nvSpPr>
        <p:spPr/>
        <p:txBody>
          <a:bodyPr/>
          <a:lstStyle/>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12</a:t>
            </a:fld>
            <a:endParaRPr lang="en-IN"/>
          </a:p>
        </p:txBody>
      </p:sp>
      <p:pic>
        <p:nvPicPr>
          <p:cNvPr id="7" name="Picture 6"/>
          <p:cNvPicPr>
            <a:picLocks noChangeAspect="1"/>
          </p:cNvPicPr>
          <p:nvPr/>
        </p:nvPicPr>
        <p:blipFill>
          <a:blip r:embed="rId2"/>
          <a:stretch>
            <a:fillRect/>
          </a:stretch>
        </p:blipFill>
        <p:spPr>
          <a:xfrm>
            <a:off x="609600" y="876300"/>
            <a:ext cx="6477000" cy="3856534"/>
          </a:xfrm>
          <a:prstGeom prst="rect">
            <a:avLst/>
          </a:prstGeom>
        </p:spPr>
      </p:pic>
    </p:spTree>
    <p:extLst>
      <p:ext uri="{BB962C8B-B14F-4D97-AF65-F5344CB8AC3E}">
        <p14:creationId xmlns:p14="http://schemas.microsoft.com/office/powerpoint/2010/main" val="3412535898"/>
      </p:ext>
    </p:extLst>
  </p:cSld>
  <p:clrMapOvr>
    <a:masterClrMapping/>
  </p:clrMapOvr>
  <p:transition>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Arithmetic Operators</a:t>
            </a:r>
          </a:p>
        </p:txBody>
      </p:sp>
      <p:sp>
        <p:nvSpPr>
          <p:cNvPr id="3" name="Content Placeholder 2"/>
          <p:cNvSpPr>
            <a:spLocks noGrp="1"/>
          </p:cNvSpPr>
          <p:nvPr>
            <p:ph idx="1"/>
          </p:nvPr>
        </p:nvSpPr>
        <p:spPr/>
        <p:txBody>
          <a:bodyPr/>
          <a:lstStyle/>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13</a:t>
            </a:fld>
            <a:endParaRPr lang="en-IN"/>
          </a:p>
        </p:txBody>
      </p:sp>
      <p:pic>
        <p:nvPicPr>
          <p:cNvPr id="7" name="Picture 6"/>
          <p:cNvPicPr>
            <a:picLocks noChangeAspect="1"/>
          </p:cNvPicPr>
          <p:nvPr/>
        </p:nvPicPr>
        <p:blipFill>
          <a:blip r:embed="rId2"/>
          <a:stretch>
            <a:fillRect/>
          </a:stretch>
        </p:blipFill>
        <p:spPr>
          <a:xfrm>
            <a:off x="381001" y="800100"/>
            <a:ext cx="7620000" cy="4374283"/>
          </a:xfrm>
          <a:prstGeom prst="rect">
            <a:avLst/>
          </a:prstGeom>
        </p:spPr>
      </p:pic>
    </p:spTree>
    <p:extLst>
      <p:ext uri="{BB962C8B-B14F-4D97-AF65-F5344CB8AC3E}">
        <p14:creationId xmlns:p14="http://schemas.microsoft.com/office/powerpoint/2010/main" val="408628641"/>
      </p:ext>
    </p:extLst>
  </p:cSld>
  <p:clrMapOvr>
    <a:masterClrMapping/>
  </p:clrMapOvr>
  <p:transition>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Comparison Operators</a:t>
            </a:r>
          </a:p>
        </p:txBody>
      </p:sp>
      <p:sp>
        <p:nvSpPr>
          <p:cNvPr id="3" name="Content Placeholder 2"/>
          <p:cNvSpPr>
            <a:spLocks noGrp="1"/>
          </p:cNvSpPr>
          <p:nvPr>
            <p:ph idx="1"/>
          </p:nvPr>
        </p:nvSpPr>
        <p:spPr/>
        <p:txBody>
          <a:bodyPr/>
          <a:lstStyle/>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14</a:t>
            </a:fld>
            <a:endParaRPr lang="en-IN"/>
          </a:p>
        </p:txBody>
      </p:sp>
      <p:pic>
        <p:nvPicPr>
          <p:cNvPr id="7" name="Picture 6"/>
          <p:cNvPicPr>
            <a:picLocks noChangeAspect="1"/>
          </p:cNvPicPr>
          <p:nvPr/>
        </p:nvPicPr>
        <p:blipFill>
          <a:blip r:embed="rId2"/>
          <a:stretch>
            <a:fillRect/>
          </a:stretch>
        </p:blipFill>
        <p:spPr>
          <a:xfrm>
            <a:off x="559828" y="1031753"/>
            <a:ext cx="7097172" cy="4069143"/>
          </a:xfrm>
          <a:prstGeom prst="rect">
            <a:avLst/>
          </a:prstGeom>
        </p:spPr>
      </p:pic>
    </p:spTree>
    <p:extLst>
      <p:ext uri="{BB962C8B-B14F-4D97-AF65-F5344CB8AC3E}">
        <p14:creationId xmlns:p14="http://schemas.microsoft.com/office/powerpoint/2010/main" val="1465571750"/>
      </p:ext>
    </p:extLst>
  </p:cSld>
  <p:clrMapOvr>
    <a:masterClrMapping/>
  </p:clrMapOvr>
  <p:transition>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Bitwise Operators</a:t>
            </a:r>
          </a:p>
        </p:txBody>
      </p:sp>
      <p:sp>
        <p:nvSpPr>
          <p:cNvPr id="3" name="Content Placeholder 2"/>
          <p:cNvSpPr>
            <a:spLocks noGrp="1"/>
          </p:cNvSpPr>
          <p:nvPr>
            <p:ph idx="1"/>
          </p:nvPr>
        </p:nvSpPr>
        <p:spPr/>
        <p:txBody>
          <a:bodyPr/>
          <a:lstStyle/>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15</a:t>
            </a:fld>
            <a:endParaRPr lang="en-IN"/>
          </a:p>
        </p:txBody>
      </p:sp>
      <p:pic>
        <p:nvPicPr>
          <p:cNvPr id="7" name="Picture 6"/>
          <p:cNvPicPr>
            <a:picLocks noChangeAspect="1"/>
          </p:cNvPicPr>
          <p:nvPr/>
        </p:nvPicPr>
        <p:blipFill>
          <a:blip r:embed="rId2"/>
          <a:stretch>
            <a:fillRect/>
          </a:stretch>
        </p:blipFill>
        <p:spPr>
          <a:xfrm>
            <a:off x="228600" y="876300"/>
            <a:ext cx="7342803" cy="4114800"/>
          </a:xfrm>
          <a:prstGeom prst="rect">
            <a:avLst/>
          </a:prstGeom>
        </p:spPr>
      </p:pic>
    </p:spTree>
    <p:extLst>
      <p:ext uri="{BB962C8B-B14F-4D97-AF65-F5344CB8AC3E}">
        <p14:creationId xmlns:p14="http://schemas.microsoft.com/office/powerpoint/2010/main" val="90707528"/>
      </p:ext>
    </p:extLst>
  </p:cSld>
  <p:clrMapOvr>
    <a:masterClrMapping/>
  </p:clrMapOvr>
  <p:transition>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Logical Operators</a:t>
            </a:r>
          </a:p>
        </p:txBody>
      </p:sp>
      <p:sp>
        <p:nvSpPr>
          <p:cNvPr id="3" name="Content Placeholder 2"/>
          <p:cNvSpPr>
            <a:spLocks noGrp="1"/>
          </p:cNvSpPr>
          <p:nvPr>
            <p:ph idx="1"/>
          </p:nvPr>
        </p:nvSpPr>
        <p:spPr/>
        <p:txBody>
          <a:bodyPr/>
          <a:lstStyle/>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16</a:t>
            </a:fld>
            <a:endParaRPr lang="en-IN"/>
          </a:p>
        </p:txBody>
      </p:sp>
      <p:pic>
        <p:nvPicPr>
          <p:cNvPr id="7" name="Picture 6"/>
          <p:cNvPicPr>
            <a:picLocks noChangeAspect="1"/>
          </p:cNvPicPr>
          <p:nvPr/>
        </p:nvPicPr>
        <p:blipFill>
          <a:blip r:embed="rId2"/>
          <a:stretch>
            <a:fillRect/>
          </a:stretch>
        </p:blipFill>
        <p:spPr>
          <a:xfrm>
            <a:off x="637626" y="1595261"/>
            <a:ext cx="7868748" cy="2524477"/>
          </a:xfrm>
          <a:prstGeom prst="rect">
            <a:avLst/>
          </a:prstGeom>
        </p:spPr>
      </p:pic>
    </p:spTree>
    <p:extLst>
      <p:ext uri="{BB962C8B-B14F-4D97-AF65-F5344CB8AC3E}">
        <p14:creationId xmlns:p14="http://schemas.microsoft.com/office/powerpoint/2010/main" val="1595465660"/>
      </p:ext>
    </p:extLst>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Assignment Operators</a:t>
            </a:r>
          </a:p>
        </p:txBody>
      </p:sp>
      <p:sp>
        <p:nvSpPr>
          <p:cNvPr id="3" name="Content Placeholder 2"/>
          <p:cNvSpPr>
            <a:spLocks noGrp="1"/>
          </p:cNvSpPr>
          <p:nvPr>
            <p:ph idx="1"/>
          </p:nvPr>
        </p:nvSpPr>
        <p:spPr/>
        <p:txBody>
          <a:bodyPr/>
          <a:lstStyle/>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17</a:t>
            </a:fld>
            <a:endParaRPr lang="en-IN"/>
          </a:p>
        </p:txBody>
      </p:sp>
      <p:pic>
        <p:nvPicPr>
          <p:cNvPr id="7" name="Picture 6"/>
          <p:cNvPicPr>
            <a:picLocks noChangeAspect="1"/>
          </p:cNvPicPr>
          <p:nvPr/>
        </p:nvPicPr>
        <p:blipFill>
          <a:blip r:embed="rId2"/>
          <a:stretch>
            <a:fillRect/>
          </a:stretch>
        </p:blipFill>
        <p:spPr>
          <a:xfrm>
            <a:off x="381000" y="800100"/>
            <a:ext cx="8402223" cy="4315427"/>
          </a:xfrm>
          <a:prstGeom prst="rect">
            <a:avLst/>
          </a:prstGeom>
        </p:spPr>
      </p:pic>
    </p:spTree>
    <p:extLst>
      <p:ext uri="{BB962C8B-B14F-4D97-AF65-F5344CB8AC3E}">
        <p14:creationId xmlns:p14="http://schemas.microsoft.com/office/powerpoint/2010/main" val="4213305740"/>
      </p:ext>
    </p:extLst>
  </p:cSld>
  <p:clrMapOvr>
    <a:masterClrMapping/>
  </p:clrMapOvr>
  <p:transition>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Special Operators</a:t>
            </a:r>
          </a:p>
        </p:txBody>
      </p:sp>
      <p:sp>
        <p:nvSpPr>
          <p:cNvPr id="3" name="Content Placeholder 2"/>
          <p:cNvSpPr>
            <a:spLocks noGrp="1"/>
          </p:cNvSpPr>
          <p:nvPr>
            <p:ph idx="1"/>
          </p:nvPr>
        </p:nvSpPr>
        <p:spPr/>
        <p:txBody>
          <a:bodyPr/>
          <a:lstStyle/>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18</a:t>
            </a:fld>
            <a:endParaRPr lang="en-IN"/>
          </a:p>
        </p:txBody>
      </p:sp>
      <p:pic>
        <p:nvPicPr>
          <p:cNvPr id="7" name="Picture 6"/>
          <p:cNvPicPr>
            <a:picLocks noChangeAspect="1"/>
          </p:cNvPicPr>
          <p:nvPr/>
        </p:nvPicPr>
        <p:blipFill>
          <a:blip r:embed="rId2"/>
          <a:stretch>
            <a:fillRect/>
          </a:stretch>
        </p:blipFill>
        <p:spPr>
          <a:xfrm>
            <a:off x="457200" y="723900"/>
            <a:ext cx="7409654" cy="4876800"/>
          </a:xfrm>
          <a:prstGeom prst="rect">
            <a:avLst/>
          </a:prstGeom>
        </p:spPr>
      </p:pic>
    </p:spTree>
    <p:extLst>
      <p:ext uri="{BB962C8B-B14F-4D97-AF65-F5344CB8AC3E}">
        <p14:creationId xmlns:p14="http://schemas.microsoft.com/office/powerpoint/2010/main" val="1931852106"/>
      </p:ext>
    </p:extLst>
  </p:cSld>
  <p:clrMapOvr>
    <a:masterClrMapping/>
  </p:clrMapOvr>
  <p:transition>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If-else</a:t>
            </a:r>
          </a:p>
        </p:txBody>
      </p:sp>
      <p:sp>
        <p:nvSpPr>
          <p:cNvPr id="3" name="Content Placeholder 2"/>
          <p:cNvSpPr>
            <a:spLocks noGrp="1"/>
          </p:cNvSpPr>
          <p:nvPr>
            <p:ph idx="1"/>
          </p:nvPr>
        </p:nvSpPr>
        <p:spPr/>
        <p:txBody>
          <a:bodyPr/>
          <a:lstStyle/>
          <a:p>
            <a:r>
              <a:rPr lang="en-IN"/>
              <a:t>The </a:t>
            </a:r>
            <a:r>
              <a:rPr lang="en-IN" b="1"/>
              <a:t>JavaScript if-else statement</a:t>
            </a:r>
            <a:r>
              <a:rPr lang="en-IN"/>
              <a:t> is used </a:t>
            </a:r>
            <a:r>
              <a:rPr lang="en-IN" i="1"/>
              <a:t>to execute the code whether condition is true or false</a:t>
            </a:r>
            <a:r>
              <a:rPr lang="en-IN"/>
              <a:t>. There are three forms of if statement in JavaScript.</a:t>
            </a:r>
          </a:p>
          <a:p>
            <a:pPr lvl="4"/>
            <a:r>
              <a:rPr lang="en-IN"/>
              <a:t>If Statement</a:t>
            </a:r>
          </a:p>
          <a:p>
            <a:pPr lvl="4"/>
            <a:r>
              <a:rPr lang="en-IN"/>
              <a:t>If else statement</a:t>
            </a:r>
          </a:p>
          <a:p>
            <a:pPr lvl="4"/>
            <a:r>
              <a:rPr lang="en-IN"/>
              <a:t>Nested if statement</a:t>
            </a:r>
          </a:p>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19</a:t>
            </a:fld>
            <a:endParaRPr lang="en-IN"/>
          </a:p>
        </p:txBody>
      </p:sp>
      <p:pic>
        <p:nvPicPr>
          <p:cNvPr id="7" name="Picture 6"/>
          <p:cNvPicPr>
            <a:picLocks noChangeAspect="1"/>
          </p:cNvPicPr>
          <p:nvPr/>
        </p:nvPicPr>
        <p:blipFill>
          <a:blip r:embed="rId2"/>
          <a:stretch>
            <a:fillRect/>
          </a:stretch>
        </p:blipFill>
        <p:spPr>
          <a:xfrm>
            <a:off x="152400" y="2705100"/>
            <a:ext cx="4544059" cy="2429214"/>
          </a:xfrm>
          <a:prstGeom prst="rect">
            <a:avLst/>
          </a:prstGeom>
        </p:spPr>
      </p:pic>
      <p:pic>
        <p:nvPicPr>
          <p:cNvPr id="8" name="Picture 7"/>
          <p:cNvPicPr>
            <a:picLocks noChangeAspect="1"/>
          </p:cNvPicPr>
          <p:nvPr/>
        </p:nvPicPr>
        <p:blipFill>
          <a:blip r:embed="rId3"/>
          <a:stretch>
            <a:fillRect/>
          </a:stretch>
        </p:blipFill>
        <p:spPr>
          <a:xfrm>
            <a:off x="5029200" y="2171700"/>
            <a:ext cx="3515216" cy="3419952"/>
          </a:xfrm>
          <a:prstGeom prst="rect">
            <a:avLst/>
          </a:prstGeom>
        </p:spPr>
      </p:pic>
    </p:spTree>
    <p:extLst>
      <p:ext uri="{BB962C8B-B14F-4D97-AF65-F5344CB8AC3E}">
        <p14:creationId xmlns:p14="http://schemas.microsoft.com/office/powerpoint/2010/main" val="1479044098"/>
      </p:ext>
    </p:extLst>
  </p:cSld>
  <p:clrMapOvr>
    <a:masterClrMapping/>
  </p:clrMapOvr>
  <p:transition>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Nested If and Switch Statement</a:t>
            </a:r>
          </a:p>
        </p:txBody>
      </p:sp>
      <p:sp>
        <p:nvSpPr>
          <p:cNvPr id="3" name="Content Placeholder 2"/>
          <p:cNvSpPr>
            <a:spLocks noGrp="1"/>
          </p:cNvSpPr>
          <p:nvPr>
            <p:ph idx="1"/>
          </p:nvPr>
        </p:nvSpPr>
        <p:spPr/>
        <p:txBody>
          <a:bodyPr/>
          <a:lstStyle/>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20</a:t>
            </a:fld>
            <a:endParaRPr lang="en-IN"/>
          </a:p>
        </p:txBody>
      </p:sp>
      <p:pic>
        <p:nvPicPr>
          <p:cNvPr id="7" name="Picture 6"/>
          <p:cNvPicPr>
            <a:picLocks noChangeAspect="1"/>
          </p:cNvPicPr>
          <p:nvPr/>
        </p:nvPicPr>
        <p:blipFill>
          <a:blip r:embed="rId2"/>
          <a:stretch>
            <a:fillRect/>
          </a:stretch>
        </p:blipFill>
        <p:spPr>
          <a:xfrm>
            <a:off x="5791200" y="952500"/>
            <a:ext cx="2895600" cy="4686300"/>
          </a:xfrm>
          <a:prstGeom prst="rect">
            <a:avLst/>
          </a:prstGeom>
        </p:spPr>
      </p:pic>
      <p:pic>
        <p:nvPicPr>
          <p:cNvPr id="8" name="Picture 7"/>
          <p:cNvPicPr>
            <a:picLocks noChangeAspect="1"/>
          </p:cNvPicPr>
          <p:nvPr/>
        </p:nvPicPr>
        <p:blipFill>
          <a:blip r:embed="rId3"/>
          <a:stretch>
            <a:fillRect/>
          </a:stretch>
        </p:blipFill>
        <p:spPr>
          <a:xfrm>
            <a:off x="762000" y="800100"/>
            <a:ext cx="3848637" cy="4343400"/>
          </a:xfrm>
          <a:prstGeom prst="rect">
            <a:avLst/>
          </a:prstGeom>
        </p:spPr>
      </p:pic>
    </p:spTree>
    <p:extLst>
      <p:ext uri="{BB962C8B-B14F-4D97-AF65-F5344CB8AC3E}">
        <p14:creationId xmlns:p14="http://schemas.microsoft.com/office/powerpoint/2010/main" val="1593838076"/>
      </p:ext>
    </p:extLst>
  </p:cSld>
  <p:clrMapOvr>
    <a:masterClrMapping/>
  </p:clrMapOvr>
  <p:transition>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Loops</a:t>
            </a:r>
          </a:p>
        </p:txBody>
      </p:sp>
      <p:sp>
        <p:nvSpPr>
          <p:cNvPr id="3" name="Content Placeholder 2"/>
          <p:cNvSpPr>
            <a:spLocks noGrp="1"/>
          </p:cNvSpPr>
          <p:nvPr>
            <p:ph idx="1"/>
          </p:nvPr>
        </p:nvSpPr>
        <p:spPr/>
        <p:txBody>
          <a:bodyPr/>
          <a:lstStyle/>
          <a:p>
            <a:r>
              <a:rPr lang="en-IN"/>
              <a:t>There are four types of loops in JavaScript.</a:t>
            </a:r>
          </a:p>
          <a:p>
            <a:pPr lvl="3"/>
            <a:r>
              <a:rPr lang="en-IN"/>
              <a:t>for loop</a:t>
            </a:r>
          </a:p>
          <a:p>
            <a:pPr lvl="3"/>
            <a:r>
              <a:rPr lang="en-IN"/>
              <a:t>while loop</a:t>
            </a:r>
          </a:p>
          <a:p>
            <a:pPr lvl="3"/>
            <a:r>
              <a:rPr lang="en-IN"/>
              <a:t>do-while loop</a:t>
            </a:r>
          </a:p>
          <a:p>
            <a:pPr lvl="3"/>
            <a:r>
              <a:rPr lang="en-IN"/>
              <a:t>for-in loop</a:t>
            </a:r>
          </a:p>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21</a:t>
            </a:fld>
            <a:endParaRPr lang="en-IN"/>
          </a:p>
        </p:txBody>
      </p:sp>
      <p:pic>
        <p:nvPicPr>
          <p:cNvPr id="7" name="Picture 6"/>
          <p:cNvPicPr>
            <a:picLocks noChangeAspect="1"/>
          </p:cNvPicPr>
          <p:nvPr/>
        </p:nvPicPr>
        <p:blipFill>
          <a:blip r:embed="rId2"/>
          <a:stretch>
            <a:fillRect/>
          </a:stretch>
        </p:blipFill>
        <p:spPr>
          <a:xfrm>
            <a:off x="228600" y="2781300"/>
            <a:ext cx="2753109" cy="2305372"/>
          </a:xfrm>
          <a:prstGeom prst="rect">
            <a:avLst/>
          </a:prstGeom>
        </p:spPr>
      </p:pic>
      <p:sp>
        <p:nvSpPr>
          <p:cNvPr id="8" name="Rectangle 7"/>
          <p:cNvSpPr/>
          <p:nvPr/>
        </p:nvSpPr>
        <p:spPr>
          <a:xfrm>
            <a:off x="3429000" y="2476500"/>
            <a:ext cx="5410200" cy="2862322"/>
          </a:xfrm>
          <a:prstGeom prst="rect">
            <a:avLst/>
          </a:prstGeom>
        </p:spPr>
        <p:txBody>
          <a:bodyPr wrap="square">
            <a:spAutoFit/>
          </a:bodyPr>
          <a:lstStyle/>
          <a:p>
            <a:r>
              <a:rPr lang="en-IN"/>
              <a:t>&lt;script&gt;</a:t>
            </a:r>
          </a:p>
          <a:p>
            <a:r>
              <a:rPr lang="en-IN" err="1"/>
              <a:t>const</a:t>
            </a:r>
            <a:r>
              <a:rPr lang="en-IN"/>
              <a:t> person = {</a:t>
            </a:r>
            <a:r>
              <a:rPr lang="en-IN" err="1"/>
              <a:t>fname</a:t>
            </a:r>
            <a:r>
              <a:rPr lang="en-IN"/>
              <a:t>:"John", </a:t>
            </a:r>
            <a:r>
              <a:rPr lang="en-IN" err="1"/>
              <a:t>lname</a:t>
            </a:r>
            <a:r>
              <a:rPr lang="en-IN"/>
              <a:t>:"Doe", age:25}; </a:t>
            </a:r>
          </a:p>
          <a:p>
            <a:r>
              <a:rPr lang="en-IN"/>
              <a:t>let text = “ ”;</a:t>
            </a:r>
          </a:p>
          <a:p>
            <a:r>
              <a:rPr lang="en-IN"/>
              <a:t>for (let x in person) {</a:t>
            </a:r>
          </a:p>
          <a:p>
            <a:r>
              <a:rPr lang="en-IN"/>
              <a:t>  text += person[x] + " ";</a:t>
            </a:r>
          </a:p>
          <a:p>
            <a:r>
              <a:rPr lang="en-IN"/>
              <a:t>}</a:t>
            </a:r>
          </a:p>
          <a:p>
            <a:r>
              <a:rPr lang="en-IN" err="1"/>
              <a:t>document.getElementById</a:t>
            </a:r>
            <a:r>
              <a:rPr lang="en-IN"/>
              <a:t>("demo").</a:t>
            </a:r>
            <a:r>
              <a:rPr lang="en-IN" err="1"/>
              <a:t>innerHTML</a:t>
            </a:r>
            <a:r>
              <a:rPr lang="en-IN"/>
              <a:t> = text;</a:t>
            </a:r>
          </a:p>
          <a:p>
            <a:r>
              <a:rPr lang="en-IN"/>
              <a:t>&lt;/script&gt;</a:t>
            </a:r>
          </a:p>
        </p:txBody>
      </p:sp>
    </p:spTree>
    <p:extLst>
      <p:ext uri="{BB962C8B-B14F-4D97-AF65-F5344CB8AC3E}">
        <p14:creationId xmlns:p14="http://schemas.microsoft.com/office/powerpoint/2010/main" val="3397856801"/>
      </p:ext>
    </p:extLst>
  </p:cSld>
  <p:clrMapOvr>
    <a:masterClrMapping/>
  </p:clrMapOvr>
  <p:transition>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String</a:t>
            </a:r>
          </a:p>
        </p:txBody>
      </p:sp>
      <p:sp>
        <p:nvSpPr>
          <p:cNvPr id="3" name="Content Placeholder 2"/>
          <p:cNvSpPr>
            <a:spLocks noGrp="1"/>
          </p:cNvSpPr>
          <p:nvPr>
            <p:ph idx="1"/>
          </p:nvPr>
        </p:nvSpPr>
        <p:spPr/>
        <p:txBody>
          <a:bodyPr/>
          <a:lstStyle/>
          <a:p>
            <a:r>
              <a:rPr lang="en-IN"/>
              <a:t>The </a:t>
            </a:r>
            <a:r>
              <a:rPr lang="en-IN" b="1"/>
              <a:t>JavaScript string</a:t>
            </a:r>
            <a:r>
              <a:rPr lang="en-IN"/>
              <a:t> is an object that represents a sequence of characters.</a:t>
            </a:r>
          </a:p>
          <a:p>
            <a:r>
              <a:rPr lang="en-IN"/>
              <a:t>There are 2 ways to create string in JavaScript</a:t>
            </a:r>
          </a:p>
          <a:p>
            <a:pPr lvl="3"/>
            <a:r>
              <a:rPr lang="en-IN"/>
              <a:t>By string literal</a:t>
            </a:r>
          </a:p>
          <a:p>
            <a:pPr lvl="3"/>
            <a:r>
              <a:rPr lang="en-IN"/>
              <a:t>By string object (using new keyword)</a:t>
            </a:r>
          </a:p>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22</a:t>
            </a:fld>
            <a:endParaRPr lang="en-IN"/>
          </a:p>
        </p:txBody>
      </p:sp>
      <p:pic>
        <p:nvPicPr>
          <p:cNvPr id="7" name="Picture 6"/>
          <p:cNvPicPr>
            <a:picLocks noChangeAspect="1"/>
          </p:cNvPicPr>
          <p:nvPr/>
        </p:nvPicPr>
        <p:blipFill>
          <a:blip r:embed="rId2"/>
          <a:stretch>
            <a:fillRect/>
          </a:stretch>
        </p:blipFill>
        <p:spPr>
          <a:xfrm>
            <a:off x="228600" y="2781300"/>
            <a:ext cx="2438740" cy="1733792"/>
          </a:xfrm>
          <a:prstGeom prst="rect">
            <a:avLst/>
          </a:prstGeom>
        </p:spPr>
      </p:pic>
      <p:pic>
        <p:nvPicPr>
          <p:cNvPr id="8" name="Picture 7"/>
          <p:cNvPicPr>
            <a:picLocks noChangeAspect="1"/>
          </p:cNvPicPr>
          <p:nvPr/>
        </p:nvPicPr>
        <p:blipFill>
          <a:blip r:embed="rId3"/>
          <a:stretch>
            <a:fillRect/>
          </a:stretch>
        </p:blipFill>
        <p:spPr>
          <a:xfrm>
            <a:off x="3505200" y="2781300"/>
            <a:ext cx="4486901" cy="1752845"/>
          </a:xfrm>
          <a:prstGeom prst="rect">
            <a:avLst/>
          </a:prstGeom>
        </p:spPr>
      </p:pic>
    </p:spTree>
    <p:extLst>
      <p:ext uri="{BB962C8B-B14F-4D97-AF65-F5344CB8AC3E}">
        <p14:creationId xmlns:p14="http://schemas.microsoft.com/office/powerpoint/2010/main" val="711547212"/>
      </p:ext>
    </p:extLst>
  </p:cSld>
  <p:clrMapOvr>
    <a:masterClrMapping/>
  </p:clrMapOvr>
  <p:transition>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String Operations</a:t>
            </a:r>
          </a:p>
        </p:txBody>
      </p:sp>
      <p:pic>
        <p:nvPicPr>
          <p:cNvPr id="7" name="Content Placeholder 6"/>
          <p:cNvPicPr>
            <a:picLocks noGrp="1" noChangeAspect="1"/>
          </p:cNvPicPr>
          <p:nvPr>
            <p:ph idx="1"/>
          </p:nvPr>
        </p:nvPicPr>
        <p:blipFill>
          <a:blip r:embed="rId2"/>
          <a:stretch>
            <a:fillRect/>
          </a:stretch>
        </p:blipFill>
        <p:spPr>
          <a:xfrm>
            <a:off x="457200" y="647700"/>
            <a:ext cx="7315200" cy="4953000"/>
          </a:xfrm>
          <a:prstGeom prst="rect">
            <a:avLst/>
          </a:prstGeom>
        </p:spPr>
      </p:pic>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23</a:t>
            </a:fld>
            <a:endParaRPr lang="en-IN"/>
          </a:p>
        </p:txBody>
      </p:sp>
    </p:spTree>
    <p:extLst>
      <p:ext uri="{BB962C8B-B14F-4D97-AF65-F5344CB8AC3E}">
        <p14:creationId xmlns:p14="http://schemas.microsoft.com/office/powerpoint/2010/main" val="1905753073"/>
      </p:ext>
    </p:extLst>
  </p:cSld>
  <p:clrMapOvr>
    <a:masterClrMapping/>
  </p:clrMapOvr>
  <p:transition>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Array</a:t>
            </a:r>
          </a:p>
        </p:txBody>
      </p:sp>
      <p:sp>
        <p:nvSpPr>
          <p:cNvPr id="3" name="Content Placeholder 2"/>
          <p:cNvSpPr>
            <a:spLocks noGrp="1"/>
          </p:cNvSpPr>
          <p:nvPr>
            <p:ph idx="1"/>
          </p:nvPr>
        </p:nvSpPr>
        <p:spPr>
          <a:xfrm>
            <a:off x="228600" y="647700"/>
            <a:ext cx="8229600" cy="4105275"/>
          </a:xfrm>
        </p:spPr>
        <p:txBody>
          <a:bodyPr/>
          <a:lstStyle/>
          <a:p>
            <a:pPr algn="just"/>
            <a:r>
              <a:rPr lang="en-IN" sz="1900" b="1">
                <a:latin typeface="Times New Roman" panose="02020603050405020304" pitchFamily="18" charset="0"/>
                <a:cs typeface="Times New Roman" panose="02020603050405020304" pitchFamily="18" charset="0"/>
              </a:rPr>
              <a:t>JavaScript array</a:t>
            </a:r>
            <a:r>
              <a:rPr lang="en-IN" sz="1900">
                <a:latin typeface="Times New Roman" panose="02020603050405020304" pitchFamily="18" charset="0"/>
                <a:cs typeface="Times New Roman" panose="02020603050405020304" pitchFamily="18" charset="0"/>
              </a:rPr>
              <a:t> is an object that represents a collection of similar type of elements.</a:t>
            </a:r>
          </a:p>
          <a:p>
            <a:pPr algn="just"/>
            <a:r>
              <a:rPr lang="en-IN" sz="1900">
                <a:latin typeface="Times New Roman" panose="02020603050405020304" pitchFamily="18" charset="0"/>
                <a:cs typeface="Times New Roman" panose="02020603050405020304" pitchFamily="18" charset="0"/>
              </a:rPr>
              <a:t>There are 3 ways to construct array in JavaScript</a:t>
            </a:r>
          </a:p>
          <a:p>
            <a:pPr lvl="3" algn="just"/>
            <a:r>
              <a:rPr lang="en-IN" sz="1900">
                <a:latin typeface="Times New Roman" panose="02020603050405020304" pitchFamily="18" charset="0"/>
                <a:cs typeface="Times New Roman" panose="02020603050405020304" pitchFamily="18" charset="0"/>
              </a:rPr>
              <a:t>By array literal</a:t>
            </a:r>
          </a:p>
          <a:p>
            <a:pPr lvl="3" algn="just"/>
            <a:r>
              <a:rPr lang="en-IN" sz="1900">
                <a:latin typeface="Times New Roman" panose="02020603050405020304" pitchFamily="18" charset="0"/>
                <a:cs typeface="Times New Roman" panose="02020603050405020304" pitchFamily="18" charset="0"/>
              </a:rPr>
              <a:t>By creating instance of Array directly (using new keyword)</a:t>
            </a:r>
          </a:p>
          <a:p>
            <a:pPr lvl="3" algn="just"/>
            <a:r>
              <a:rPr lang="en-IN" sz="1900">
                <a:latin typeface="Times New Roman" panose="02020603050405020304" pitchFamily="18" charset="0"/>
                <a:cs typeface="Times New Roman" panose="02020603050405020304" pitchFamily="18" charset="0"/>
              </a:rPr>
              <a:t>By using an Array constructor (using new keyword)</a:t>
            </a:r>
          </a:p>
          <a:p>
            <a:pPr algn="just"/>
            <a:endParaRPr lang="en-US" sz="19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24</a:t>
            </a:fld>
            <a:endParaRPr lang="en-IN"/>
          </a:p>
        </p:txBody>
      </p:sp>
      <p:pic>
        <p:nvPicPr>
          <p:cNvPr id="7" name="Picture 6"/>
          <p:cNvPicPr>
            <a:picLocks noChangeAspect="1"/>
          </p:cNvPicPr>
          <p:nvPr/>
        </p:nvPicPr>
        <p:blipFill>
          <a:blip r:embed="rId2"/>
          <a:stretch>
            <a:fillRect/>
          </a:stretch>
        </p:blipFill>
        <p:spPr>
          <a:xfrm>
            <a:off x="229240" y="2894640"/>
            <a:ext cx="2981741" cy="2086266"/>
          </a:xfrm>
          <a:prstGeom prst="rect">
            <a:avLst/>
          </a:prstGeom>
        </p:spPr>
      </p:pic>
      <p:pic>
        <p:nvPicPr>
          <p:cNvPr id="8" name="Picture 7"/>
          <p:cNvPicPr>
            <a:picLocks noChangeAspect="1"/>
          </p:cNvPicPr>
          <p:nvPr/>
        </p:nvPicPr>
        <p:blipFill>
          <a:blip r:embed="rId3"/>
          <a:stretch>
            <a:fillRect/>
          </a:stretch>
        </p:blipFill>
        <p:spPr>
          <a:xfrm>
            <a:off x="3352800" y="2628900"/>
            <a:ext cx="2514600" cy="2758394"/>
          </a:xfrm>
          <a:prstGeom prst="rect">
            <a:avLst/>
          </a:prstGeom>
        </p:spPr>
      </p:pic>
      <p:pic>
        <p:nvPicPr>
          <p:cNvPr id="9" name="Picture 8"/>
          <p:cNvPicPr>
            <a:picLocks noChangeAspect="1"/>
          </p:cNvPicPr>
          <p:nvPr/>
        </p:nvPicPr>
        <p:blipFill>
          <a:blip r:embed="rId4"/>
          <a:stretch>
            <a:fillRect/>
          </a:stretch>
        </p:blipFill>
        <p:spPr>
          <a:xfrm>
            <a:off x="5943601" y="3009900"/>
            <a:ext cx="3048000" cy="2095792"/>
          </a:xfrm>
          <a:prstGeom prst="rect">
            <a:avLst/>
          </a:prstGeom>
        </p:spPr>
      </p:pic>
    </p:spTree>
    <p:extLst>
      <p:ext uri="{BB962C8B-B14F-4D97-AF65-F5344CB8AC3E}">
        <p14:creationId xmlns:p14="http://schemas.microsoft.com/office/powerpoint/2010/main" val="1259722504"/>
      </p:ext>
    </p:extLst>
  </p:cSld>
  <p:clrMapOvr>
    <a:masterClrMapping/>
  </p:clrMapOvr>
  <p:transition>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Objects</a:t>
            </a:r>
          </a:p>
        </p:txBody>
      </p:sp>
      <p:sp>
        <p:nvSpPr>
          <p:cNvPr id="3" name="Content Placeholder 2"/>
          <p:cNvSpPr>
            <a:spLocks noGrp="1"/>
          </p:cNvSpPr>
          <p:nvPr>
            <p:ph idx="1"/>
          </p:nvPr>
        </p:nvSpPr>
        <p:spPr/>
        <p:txBody>
          <a:bodyPr/>
          <a:lstStyle/>
          <a:p>
            <a:pPr algn="just"/>
            <a:r>
              <a:rPr lang="en-IN">
                <a:latin typeface="Times New Roman" panose="02020603050405020304" pitchFamily="18" charset="0"/>
                <a:cs typeface="Times New Roman" panose="02020603050405020304" pitchFamily="18" charset="0"/>
              </a:rPr>
              <a:t>A </a:t>
            </a:r>
            <a:r>
              <a:rPr lang="en-IN" err="1">
                <a:latin typeface="Times New Roman" panose="02020603050405020304" pitchFamily="18" charset="0"/>
                <a:cs typeface="Times New Roman" panose="02020603050405020304" pitchFamily="18" charset="0"/>
              </a:rPr>
              <a:t>javascript</a:t>
            </a:r>
            <a:r>
              <a:rPr lang="en-IN">
                <a:latin typeface="Times New Roman" panose="02020603050405020304" pitchFamily="18" charset="0"/>
                <a:cs typeface="Times New Roman" panose="02020603050405020304" pitchFamily="18" charset="0"/>
              </a:rPr>
              <a:t> object is an entity having state and behaviour (properties and method). For example: car, pen, bike, chair, glass, keyboard, monitor etc.</a:t>
            </a:r>
          </a:p>
          <a:p>
            <a:r>
              <a:rPr lang="en-IN">
                <a:latin typeface="Times New Roman" panose="02020603050405020304" pitchFamily="18" charset="0"/>
                <a:cs typeface="Times New Roman" panose="02020603050405020304" pitchFamily="18" charset="0"/>
              </a:rPr>
              <a:t>There are 3 ways to create objects.</a:t>
            </a:r>
          </a:p>
          <a:p>
            <a:pPr lvl="3"/>
            <a:r>
              <a:rPr lang="en-IN">
                <a:latin typeface="Times New Roman" panose="02020603050405020304" pitchFamily="18" charset="0"/>
                <a:cs typeface="Times New Roman" panose="02020603050405020304" pitchFamily="18" charset="0"/>
              </a:rPr>
              <a:t>By object literal</a:t>
            </a:r>
          </a:p>
          <a:p>
            <a:pPr lvl="3"/>
            <a:r>
              <a:rPr lang="en-IN">
                <a:latin typeface="Times New Roman" panose="02020603050405020304" pitchFamily="18" charset="0"/>
                <a:cs typeface="Times New Roman" panose="02020603050405020304" pitchFamily="18" charset="0"/>
              </a:rPr>
              <a:t>By creating instance of Object directly (using new keyword)</a:t>
            </a:r>
          </a:p>
          <a:p>
            <a:pPr lvl="3"/>
            <a:r>
              <a:rPr lang="en-IN">
                <a:latin typeface="Times New Roman" panose="02020603050405020304" pitchFamily="18" charset="0"/>
                <a:cs typeface="Times New Roman" panose="02020603050405020304" pitchFamily="18" charset="0"/>
              </a:rPr>
              <a:t>By using an object constructor (using new keyword)</a:t>
            </a:r>
          </a:p>
          <a:p>
            <a:pPr algn="just"/>
            <a:endParaRPr lang="en-US">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25</a:t>
            </a:fld>
            <a:endParaRPr lang="en-IN"/>
          </a:p>
        </p:txBody>
      </p:sp>
      <p:pic>
        <p:nvPicPr>
          <p:cNvPr id="7" name="Picture 6"/>
          <p:cNvPicPr>
            <a:picLocks noChangeAspect="1"/>
          </p:cNvPicPr>
          <p:nvPr/>
        </p:nvPicPr>
        <p:blipFill>
          <a:blip r:embed="rId2"/>
          <a:stretch>
            <a:fillRect/>
          </a:stretch>
        </p:blipFill>
        <p:spPr>
          <a:xfrm>
            <a:off x="1676400" y="2933701"/>
            <a:ext cx="4876800" cy="609600"/>
          </a:xfrm>
          <a:prstGeom prst="rect">
            <a:avLst/>
          </a:prstGeom>
        </p:spPr>
      </p:pic>
      <p:pic>
        <p:nvPicPr>
          <p:cNvPr id="8" name="Picture 7"/>
          <p:cNvPicPr>
            <a:picLocks noChangeAspect="1"/>
          </p:cNvPicPr>
          <p:nvPr/>
        </p:nvPicPr>
        <p:blipFill>
          <a:blip r:embed="rId3"/>
          <a:stretch>
            <a:fillRect/>
          </a:stretch>
        </p:blipFill>
        <p:spPr>
          <a:xfrm>
            <a:off x="1666193" y="3467100"/>
            <a:ext cx="4887007" cy="1514686"/>
          </a:xfrm>
          <a:prstGeom prst="rect">
            <a:avLst/>
          </a:prstGeom>
        </p:spPr>
      </p:pic>
    </p:spTree>
    <p:extLst>
      <p:ext uri="{BB962C8B-B14F-4D97-AF65-F5344CB8AC3E}">
        <p14:creationId xmlns:p14="http://schemas.microsoft.com/office/powerpoint/2010/main" val="3956488903"/>
      </p:ext>
    </p:extLst>
  </p:cSld>
  <p:clrMapOvr>
    <a:masterClrMapping/>
  </p:clrMapOvr>
  <p:transition>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creating instance of Object and Object constructor</a:t>
            </a:r>
          </a:p>
        </p:txBody>
      </p:sp>
      <p:sp>
        <p:nvSpPr>
          <p:cNvPr id="3" name="Content Placeholder 2"/>
          <p:cNvSpPr>
            <a:spLocks noGrp="1"/>
          </p:cNvSpPr>
          <p:nvPr>
            <p:ph idx="1"/>
          </p:nvPr>
        </p:nvSpPr>
        <p:spPr/>
        <p:txBody>
          <a:bodyPr/>
          <a:lstStyle/>
          <a:p>
            <a:pPr algn="just"/>
            <a:r>
              <a:rPr lang="en-IN" err="1"/>
              <a:t>var</a:t>
            </a:r>
            <a:r>
              <a:rPr lang="en-IN"/>
              <a:t> </a:t>
            </a:r>
            <a:r>
              <a:rPr lang="en-IN" err="1"/>
              <a:t>objectname</a:t>
            </a:r>
            <a:r>
              <a:rPr lang="en-IN"/>
              <a:t>=new Object(); </a:t>
            </a:r>
          </a:p>
          <a:p>
            <a:pPr algn="just"/>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26</a:t>
            </a:fld>
            <a:endParaRPr lang="en-IN"/>
          </a:p>
        </p:txBody>
      </p:sp>
      <p:pic>
        <p:nvPicPr>
          <p:cNvPr id="7" name="Picture 6"/>
          <p:cNvPicPr>
            <a:picLocks noChangeAspect="1"/>
          </p:cNvPicPr>
          <p:nvPr/>
        </p:nvPicPr>
        <p:blipFill>
          <a:blip r:embed="rId2"/>
          <a:stretch>
            <a:fillRect/>
          </a:stretch>
        </p:blipFill>
        <p:spPr>
          <a:xfrm>
            <a:off x="152400" y="1714500"/>
            <a:ext cx="4839375" cy="2524477"/>
          </a:xfrm>
          <a:prstGeom prst="rect">
            <a:avLst/>
          </a:prstGeom>
        </p:spPr>
      </p:pic>
      <p:pic>
        <p:nvPicPr>
          <p:cNvPr id="8" name="Picture 7"/>
          <p:cNvPicPr>
            <a:picLocks noChangeAspect="1"/>
          </p:cNvPicPr>
          <p:nvPr/>
        </p:nvPicPr>
        <p:blipFill>
          <a:blip r:embed="rId3"/>
          <a:stretch>
            <a:fillRect/>
          </a:stretch>
        </p:blipFill>
        <p:spPr>
          <a:xfrm>
            <a:off x="5145380" y="1409700"/>
            <a:ext cx="4010585" cy="3581900"/>
          </a:xfrm>
          <a:prstGeom prst="rect">
            <a:avLst/>
          </a:prstGeom>
        </p:spPr>
      </p:pic>
    </p:spTree>
    <p:extLst>
      <p:ext uri="{BB962C8B-B14F-4D97-AF65-F5344CB8AC3E}">
        <p14:creationId xmlns:p14="http://schemas.microsoft.com/office/powerpoint/2010/main" val="2315560128"/>
      </p:ext>
    </p:extLst>
  </p:cSld>
  <p:clrMapOvr>
    <a:masterClrMapping/>
  </p:clrMapOvr>
  <p:transition>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JavaScript Objects</a:t>
            </a:r>
          </a:p>
        </p:txBody>
      </p:sp>
      <p:sp>
        <p:nvSpPr>
          <p:cNvPr id="3" name="Content Placeholder 2"/>
          <p:cNvSpPr>
            <a:spLocks noGrp="1"/>
          </p:cNvSpPr>
          <p:nvPr>
            <p:ph idx="1"/>
          </p:nvPr>
        </p:nvSpPr>
        <p:spPr/>
        <p:txBody>
          <a:bodyPr/>
          <a:lstStyle/>
          <a:p>
            <a:r>
              <a:rPr lang="en-US"/>
              <a:t>JavaScript is object-oriented and uses the same method-calling syntax as Java </a:t>
            </a:r>
          </a:p>
          <a:p>
            <a:r>
              <a:rPr lang="en-US"/>
              <a:t>We have already seen this with the document object</a:t>
            </a:r>
          </a:p>
          <a:p>
            <a:pPr>
              <a:buNone/>
            </a:pPr>
            <a:endParaRPr lang="en-US"/>
          </a:p>
          <a:p>
            <a:pPr>
              <a:buNone/>
            </a:pPr>
            <a:r>
              <a:rPr lang="en-US"/>
              <a:t>				</a:t>
            </a:r>
            <a:r>
              <a:rPr lang="en-US" err="1">
                <a:solidFill>
                  <a:srgbClr val="FF0000"/>
                </a:solidFill>
              </a:rPr>
              <a:t>document.write</a:t>
            </a:r>
            <a:r>
              <a:rPr lang="en-US">
                <a:solidFill>
                  <a:srgbClr val="FF0000"/>
                </a:solidFill>
              </a:rPr>
              <a:t>("Hello World!");</a:t>
            </a:r>
          </a:p>
          <a:p>
            <a:pPr>
              <a:buNone/>
            </a:pPr>
            <a:r>
              <a:rPr lang="en-US"/>
              <a:t>Some basic objects are built-in to JavaScript </a:t>
            </a:r>
          </a:p>
          <a:p>
            <a:pPr>
              <a:buNone/>
            </a:pPr>
            <a:r>
              <a:rPr lang="en-US"/>
              <a:t>          – String </a:t>
            </a:r>
          </a:p>
          <a:p>
            <a:pPr>
              <a:buNone/>
            </a:pPr>
            <a:r>
              <a:rPr lang="en-US"/>
              <a:t>          – Date</a:t>
            </a:r>
          </a:p>
          <a:p>
            <a:pPr>
              <a:buNone/>
            </a:pPr>
            <a:r>
              <a:rPr lang="en-US"/>
              <a:t>          – Array</a:t>
            </a:r>
          </a:p>
          <a:p>
            <a:pPr>
              <a:buNone/>
            </a:pPr>
            <a:r>
              <a:rPr lang="en-US"/>
              <a:t>          – Boolean</a:t>
            </a:r>
          </a:p>
          <a:p>
            <a:pPr>
              <a:buNone/>
            </a:pPr>
            <a:r>
              <a:rPr lang="en-US"/>
              <a:t>          – Math</a:t>
            </a:r>
            <a:endParaRPr lang="en-US">
              <a:solidFill>
                <a:srgbClr val="FF0000"/>
              </a:solidFill>
            </a:endParaRPr>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27</a:t>
            </a:fld>
            <a:endParaRPr lang="en-IN"/>
          </a:p>
        </p:txBody>
      </p:sp>
    </p:spTree>
  </p:cSld>
  <p:clrMapOvr>
    <a:masterClrMapping/>
  </p:clrMapOvr>
  <p:transition>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Events</a:t>
            </a:r>
          </a:p>
        </p:txBody>
      </p:sp>
      <p:sp>
        <p:nvSpPr>
          <p:cNvPr id="3" name="Content Placeholder 2"/>
          <p:cNvSpPr>
            <a:spLocks noGrp="1"/>
          </p:cNvSpPr>
          <p:nvPr>
            <p:ph idx="1"/>
          </p:nvPr>
        </p:nvSpPr>
        <p:spPr/>
        <p:txBody>
          <a:bodyPr/>
          <a:lstStyle/>
          <a:p>
            <a:pPr algn="just"/>
            <a:r>
              <a:rPr lang="en-IN" sz="2200" dirty="0">
                <a:latin typeface="Times New Roman" panose="02020603050405020304" pitchFamily="18" charset="0"/>
                <a:cs typeface="Times New Roman" panose="02020603050405020304" pitchFamily="18" charset="0"/>
              </a:rPr>
              <a:t>The change in the state of an object is known as an </a:t>
            </a:r>
            <a:r>
              <a:rPr lang="en-IN" sz="2200" b="1" dirty="0">
                <a:latin typeface="Times New Roman" panose="02020603050405020304" pitchFamily="18" charset="0"/>
                <a:cs typeface="Times New Roman" panose="02020603050405020304" pitchFamily="18" charset="0"/>
              </a:rPr>
              <a:t>Event</a:t>
            </a:r>
            <a:r>
              <a:rPr lang="en-IN" sz="2200" dirty="0">
                <a:latin typeface="Times New Roman" panose="02020603050405020304" pitchFamily="18" charset="0"/>
                <a:cs typeface="Times New Roman" panose="02020603050405020304" pitchFamily="18" charset="0"/>
              </a:rPr>
              <a:t>. In html, there are various events which represents that some activity is performed by the user or by the browser. </a:t>
            </a:r>
          </a:p>
          <a:p>
            <a:pPr algn="just"/>
            <a:r>
              <a:rPr lang="en-IN" sz="2200" dirty="0">
                <a:latin typeface="Times New Roman" panose="02020603050405020304" pitchFamily="18" charset="0"/>
                <a:cs typeface="Times New Roman" panose="02020603050405020304" pitchFamily="18" charset="0"/>
              </a:rPr>
              <a:t>When </a:t>
            </a:r>
            <a:r>
              <a:rPr lang="en-IN" sz="2200" dirty="0" err="1">
                <a:latin typeface="Times New Roman" panose="02020603050405020304" pitchFamily="18" charset="0"/>
                <a:cs typeface="Times New Roman" panose="02020603050405020304" pitchFamily="18" charset="0"/>
                <a:hlinkClick r:id="rId2"/>
              </a:rPr>
              <a:t>javascript</a:t>
            </a:r>
            <a:r>
              <a:rPr lang="en-IN" sz="2200" dirty="0">
                <a:latin typeface="Times New Roman" panose="02020603050405020304" pitchFamily="18" charset="0"/>
                <a:cs typeface="Times New Roman" panose="02020603050405020304" pitchFamily="18" charset="0"/>
              </a:rPr>
              <a:t> code is included in </a:t>
            </a:r>
            <a:r>
              <a:rPr lang="en-IN" sz="2200" dirty="0">
                <a:latin typeface="Times New Roman" panose="02020603050405020304" pitchFamily="18" charset="0"/>
                <a:cs typeface="Times New Roman" panose="02020603050405020304" pitchFamily="18" charset="0"/>
                <a:hlinkClick r:id="rId3"/>
              </a:rPr>
              <a:t>HTML</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js</a:t>
            </a:r>
            <a:r>
              <a:rPr lang="en-IN" sz="2200" dirty="0">
                <a:latin typeface="Times New Roman" panose="02020603050405020304" pitchFamily="18" charset="0"/>
                <a:cs typeface="Times New Roman" panose="02020603050405020304" pitchFamily="18" charset="0"/>
              </a:rPr>
              <a:t> react over these events and allow the execution. This process of reacting over the events is called </a:t>
            </a:r>
            <a:r>
              <a:rPr lang="en-IN" sz="2200" b="1" dirty="0">
                <a:latin typeface="Times New Roman" panose="02020603050405020304" pitchFamily="18" charset="0"/>
                <a:cs typeface="Times New Roman" panose="02020603050405020304" pitchFamily="18" charset="0"/>
              </a:rPr>
              <a:t>Event Handling</a:t>
            </a:r>
            <a:r>
              <a:rPr lang="en-IN" sz="2200" dirty="0">
                <a:latin typeface="Times New Roman" panose="02020603050405020304" pitchFamily="18" charset="0"/>
                <a:cs typeface="Times New Roman" panose="02020603050405020304" pitchFamily="18" charset="0"/>
              </a:rPr>
              <a:t>. Thus, </a:t>
            </a:r>
            <a:r>
              <a:rPr lang="en-IN" sz="2200" dirty="0" err="1">
                <a:latin typeface="Times New Roman" panose="02020603050405020304" pitchFamily="18" charset="0"/>
                <a:cs typeface="Times New Roman" panose="02020603050405020304" pitchFamily="18" charset="0"/>
              </a:rPr>
              <a:t>js</a:t>
            </a:r>
            <a:r>
              <a:rPr lang="en-IN" sz="2200" dirty="0">
                <a:latin typeface="Times New Roman" panose="02020603050405020304" pitchFamily="18" charset="0"/>
                <a:cs typeface="Times New Roman" panose="02020603050405020304" pitchFamily="18" charset="0"/>
              </a:rPr>
              <a:t> handles the HTML events via </a:t>
            </a:r>
            <a:r>
              <a:rPr lang="en-IN" sz="2200" b="1" dirty="0">
                <a:latin typeface="Times New Roman" panose="02020603050405020304" pitchFamily="18" charset="0"/>
                <a:cs typeface="Times New Roman" panose="02020603050405020304" pitchFamily="18" charset="0"/>
              </a:rPr>
              <a:t>Event Handlers</a:t>
            </a:r>
            <a:r>
              <a:rPr lang="en-IN" sz="2200" dirty="0" smtClean="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28</a:t>
            </a:fld>
            <a:endParaRPr lang="en-IN"/>
          </a:p>
        </p:txBody>
      </p:sp>
    </p:spTree>
    <p:extLst>
      <p:ext uri="{BB962C8B-B14F-4D97-AF65-F5344CB8AC3E}">
        <p14:creationId xmlns:p14="http://schemas.microsoft.com/office/powerpoint/2010/main" val="3756413788"/>
      </p:ext>
    </p:extLst>
  </p:cSld>
  <p:clrMapOvr>
    <a:masterClrMapping/>
  </p:clrMapOvr>
  <p:transition>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Mouse Events</a:t>
            </a:r>
          </a:p>
        </p:txBody>
      </p:sp>
      <p:sp>
        <p:nvSpPr>
          <p:cNvPr id="3" name="Content Placeholder 2"/>
          <p:cNvSpPr>
            <a:spLocks noGrp="1"/>
          </p:cNvSpPr>
          <p:nvPr>
            <p:ph idx="1"/>
          </p:nvPr>
        </p:nvSpPr>
        <p:spPr/>
        <p:txBody>
          <a:bodyPr/>
          <a:lstStyle/>
          <a:p>
            <a:endParaRPr lang="en-US" sz="2400"/>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29</a:t>
            </a:fld>
            <a:endParaRPr lang="en-IN"/>
          </a:p>
        </p:txBody>
      </p:sp>
      <p:pic>
        <p:nvPicPr>
          <p:cNvPr id="7" name="Picture 6"/>
          <p:cNvPicPr>
            <a:picLocks noChangeAspect="1"/>
          </p:cNvPicPr>
          <p:nvPr/>
        </p:nvPicPr>
        <p:blipFill>
          <a:blip r:embed="rId2"/>
          <a:stretch>
            <a:fillRect/>
          </a:stretch>
        </p:blipFill>
        <p:spPr>
          <a:xfrm>
            <a:off x="228600" y="800100"/>
            <a:ext cx="8077200" cy="4439479"/>
          </a:xfrm>
          <a:prstGeom prst="rect">
            <a:avLst/>
          </a:prstGeom>
        </p:spPr>
      </p:pic>
    </p:spTree>
    <p:extLst>
      <p:ext uri="{BB962C8B-B14F-4D97-AF65-F5344CB8AC3E}">
        <p14:creationId xmlns:p14="http://schemas.microsoft.com/office/powerpoint/2010/main" val="4230582312"/>
      </p:ext>
    </p:extLst>
  </p:cSld>
  <p:clrMapOvr>
    <a:masterClrMapping/>
  </p:clrMapOvr>
  <p:transition>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can JavaScript Do? </a:t>
            </a:r>
          </a:p>
        </p:txBody>
      </p:sp>
      <p:sp>
        <p:nvSpPr>
          <p:cNvPr id="3" name="Content Placeholder 2"/>
          <p:cNvSpPr>
            <a:spLocks noGrp="1"/>
          </p:cNvSpPr>
          <p:nvPr>
            <p:ph idx="1"/>
          </p:nvPr>
        </p:nvSpPr>
        <p:spPr/>
        <p:txBody>
          <a:bodyPr/>
          <a:lstStyle/>
          <a:p>
            <a:endParaRPr lang="en-US" sz="2400"/>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30</a:t>
            </a:fld>
            <a:endParaRPr lang="en-IN"/>
          </a:p>
        </p:txBody>
      </p:sp>
      <p:pic>
        <p:nvPicPr>
          <p:cNvPr id="7" name="Picture 6"/>
          <p:cNvPicPr>
            <a:picLocks noChangeAspect="1"/>
          </p:cNvPicPr>
          <p:nvPr/>
        </p:nvPicPr>
        <p:blipFill>
          <a:blip r:embed="rId2"/>
          <a:stretch>
            <a:fillRect/>
          </a:stretch>
        </p:blipFill>
        <p:spPr>
          <a:xfrm>
            <a:off x="211682" y="380621"/>
            <a:ext cx="8932317" cy="4839079"/>
          </a:xfrm>
          <a:prstGeom prst="rect">
            <a:avLst/>
          </a:prstGeom>
        </p:spPr>
      </p:pic>
    </p:spTree>
    <p:extLst>
      <p:ext uri="{BB962C8B-B14F-4D97-AF65-F5344CB8AC3E}">
        <p14:creationId xmlns:p14="http://schemas.microsoft.com/office/powerpoint/2010/main" val="3660326833"/>
      </p:ext>
    </p:extLst>
  </p:cSld>
  <p:clrMapOvr>
    <a:masterClrMapping/>
  </p:clrMapOvr>
  <p:transition>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Simple User Interaction</a:t>
            </a:r>
          </a:p>
        </p:txBody>
      </p:sp>
      <p:sp>
        <p:nvSpPr>
          <p:cNvPr id="3" name="Content Placeholder 2"/>
          <p:cNvSpPr>
            <a:spLocks noGrp="1"/>
          </p:cNvSpPr>
          <p:nvPr>
            <p:ph idx="1"/>
          </p:nvPr>
        </p:nvSpPr>
        <p:spPr/>
        <p:txBody>
          <a:bodyPr/>
          <a:lstStyle/>
          <a:p>
            <a:r>
              <a:rPr lang="en-US" dirty="0"/>
              <a:t>There are three built-in methods of doing simple user interaction</a:t>
            </a:r>
          </a:p>
          <a:p>
            <a:pPr>
              <a:buNone/>
            </a:pPr>
            <a:r>
              <a:rPr lang="en-US" dirty="0"/>
              <a:t>		 – alert(</a:t>
            </a:r>
            <a:r>
              <a:rPr lang="en-US" dirty="0" err="1"/>
              <a:t>msg</a:t>
            </a:r>
            <a:r>
              <a:rPr lang="en-US" dirty="0"/>
              <a:t>) alerts the user that something has happened</a:t>
            </a:r>
          </a:p>
          <a:p>
            <a:pPr>
              <a:buNone/>
            </a:pPr>
            <a:r>
              <a:rPr lang="en-US" dirty="0">
                <a:solidFill>
                  <a:srgbClr val="FF0000"/>
                </a:solidFill>
              </a:rPr>
              <a:t>                            syntax: </a:t>
            </a:r>
            <a:r>
              <a:rPr lang="en-US" dirty="0" err="1">
                <a:solidFill>
                  <a:srgbClr val="FF0000"/>
                </a:solidFill>
              </a:rPr>
              <a:t>window.alert</a:t>
            </a:r>
            <a:r>
              <a:rPr lang="en-US" dirty="0">
                <a:solidFill>
                  <a:srgbClr val="FF0000"/>
                </a:solidFill>
              </a:rPr>
              <a:t>(“message”);</a:t>
            </a:r>
          </a:p>
          <a:p>
            <a:pPr>
              <a:buNone/>
            </a:pPr>
            <a:r>
              <a:rPr lang="en-US" dirty="0">
                <a:solidFill>
                  <a:srgbClr val="003399"/>
                </a:solidFill>
              </a:rPr>
              <a:t>                             example: </a:t>
            </a:r>
            <a:r>
              <a:rPr lang="en-US" dirty="0" err="1">
                <a:solidFill>
                  <a:srgbClr val="003399"/>
                </a:solidFill>
              </a:rPr>
              <a:t>window.alert</a:t>
            </a:r>
            <a:r>
              <a:rPr lang="en-US" dirty="0">
                <a:solidFill>
                  <a:srgbClr val="003399"/>
                </a:solidFill>
              </a:rPr>
              <a:t>(“this is alert box”);</a:t>
            </a:r>
          </a:p>
          <a:p>
            <a:pPr>
              <a:buNone/>
            </a:pPr>
            <a:r>
              <a:rPr lang="en-US" dirty="0"/>
              <a:t>		 – confirm(</a:t>
            </a:r>
            <a:r>
              <a:rPr lang="en-US" dirty="0" err="1"/>
              <a:t>msg</a:t>
            </a:r>
            <a:r>
              <a:rPr lang="en-US" dirty="0"/>
              <a:t>) asks the user to confirm (or cancel) something</a:t>
            </a:r>
          </a:p>
          <a:p>
            <a:pPr>
              <a:buNone/>
            </a:pPr>
            <a:r>
              <a:rPr lang="en-US" dirty="0">
                <a:solidFill>
                  <a:srgbClr val="FF0000"/>
                </a:solidFill>
              </a:rPr>
              <a:t>			syntax: </a:t>
            </a:r>
            <a:r>
              <a:rPr lang="en-US" dirty="0" err="1">
                <a:solidFill>
                  <a:srgbClr val="FF0000"/>
                </a:solidFill>
              </a:rPr>
              <a:t>window.confirm</a:t>
            </a:r>
            <a:r>
              <a:rPr lang="en-US" dirty="0">
                <a:solidFill>
                  <a:srgbClr val="FF0000"/>
                </a:solidFill>
              </a:rPr>
              <a:t>(“message”);</a:t>
            </a:r>
          </a:p>
          <a:p>
            <a:pPr>
              <a:buNone/>
            </a:pPr>
            <a:r>
              <a:rPr lang="en-US" dirty="0">
                <a:solidFill>
                  <a:srgbClr val="003399"/>
                </a:solidFill>
              </a:rPr>
              <a:t>			example: </a:t>
            </a:r>
            <a:r>
              <a:rPr lang="en-US" dirty="0" err="1">
                <a:solidFill>
                  <a:srgbClr val="003399"/>
                </a:solidFill>
              </a:rPr>
              <a:t>window.confirm</a:t>
            </a:r>
            <a:r>
              <a:rPr lang="en-US" dirty="0">
                <a:solidFill>
                  <a:srgbClr val="003399"/>
                </a:solidFill>
              </a:rPr>
              <a:t>(“do u continue”);</a:t>
            </a:r>
            <a:endParaRPr lang="en-US" dirty="0"/>
          </a:p>
          <a:p>
            <a:pPr>
              <a:buNone/>
            </a:pPr>
            <a:r>
              <a:rPr lang="en-US" dirty="0"/>
              <a:t>		 – prompt(</a:t>
            </a:r>
            <a:r>
              <a:rPr lang="en-US" dirty="0" err="1"/>
              <a:t>msg</a:t>
            </a:r>
            <a:r>
              <a:rPr lang="en-US" dirty="0"/>
              <a:t>, default) asks the user to enter some text</a:t>
            </a:r>
          </a:p>
          <a:p>
            <a:pPr>
              <a:buNone/>
            </a:pPr>
            <a:r>
              <a:rPr lang="en-US" dirty="0">
                <a:solidFill>
                  <a:srgbClr val="FF0000"/>
                </a:solidFill>
              </a:rPr>
              <a:t>			syntax: </a:t>
            </a:r>
            <a:r>
              <a:rPr lang="en-US" dirty="0" err="1">
                <a:solidFill>
                  <a:srgbClr val="FF0000"/>
                </a:solidFill>
              </a:rPr>
              <a:t>window.prompt</a:t>
            </a:r>
            <a:r>
              <a:rPr lang="en-US" dirty="0">
                <a:solidFill>
                  <a:srgbClr val="FF0000"/>
                </a:solidFill>
              </a:rPr>
              <a:t>(“--------”, “default text”);</a:t>
            </a:r>
          </a:p>
          <a:p>
            <a:pPr>
              <a:buNone/>
            </a:pPr>
            <a:r>
              <a:rPr lang="en-US" dirty="0">
                <a:solidFill>
                  <a:srgbClr val="003399"/>
                </a:solidFill>
              </a:rPr>
              <a:t>			example: </a:t>
            </a:r>
            <a:r>
              <a:rPr lang="en-US" dirty="0" err="1">
                <a:solidFill>
                  <a:srgbClr val="003399"/>
                </a:solidFill>
              </a:rPr>
              <a:t>window.prompt</a:t>
            </a:r>
            <a:r>
              <a:rPr lang="en-US" dirty="0">
                <a:solidFill>
                  <a:srgbClr val="003399"/>
                </a:solidFill>
              </a:rPr>
              <a:t>(“enter a value”,”4”);</a:t>
            </a:r>
            <a:endParaRPr lang="en-US" dirty="0"/>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31</a:t>
            </a:fld>
            <a:endParaRPr lang="en-IN"/>
          </a:p>
        </p:txBody>
      </p:sp>
    </p:spTree>
  </p:cSld>
  <p:clrMapOvr>
    <a:masterClrMapping/>
  </p:clrMapOvr>
  <p:transition>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JavaScript Functions</a:t>
            </a:r>
          </a:p>
        </p:txBody>
      </p:sp>
      <p:sp>
        <p:nvSpPr>
          <p:cNvPr id="3" name="Content Placeholder 2"/>
          <p:cNvSpPr>
            <a:spLocks noGrp="1"/>
          </p:cNvSpPr>
          <p:nvPr>
            <p:ph idx="1"/>
          </p:nvPr>
        </p:nvSpPr>
        <p:spPr/>
        <p:txBody>
          <a:bodyPr/>
          <a:lstStyle/>
          <a:p>
            <a:r>
              <a:rPr lang="en-US"/>
              <a:t>JavaScript lets you define functions using the function keyword </a:t>
            </a:r>
          </a:p>
          <a:p>
            <a:r>
              <a:rPr lang="en-US"/>
              <a:t>Functions can return values using the return keyword</a:t>
            </a:r>
          </a:p>
          <a:p>
            <a:endParaRPr lang="en-US"/>
          </a:p>
          <a:p>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32</a:t>
            </a:fld>
            <a:endParaRPr lang="en-IN"/>
          </a:p>
        </p:txBody>
      </p:sp>
      <p:sp>
        <p:nvSpPr>
          <p:cNvPr id="8" name="Rectangle 7"/>
          <p:cNvSpPr/>
          <p:nvPr/>
        </p:nvSpPr>
        <p:spPr>
          <a:xfrm>
            <a:off x="1143000" y="2628900"/>
            <a:ext cx="5029200" cy="12192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07" name="Picture 3"/>
          <p:cNvPicPr>
            <a:picLocks noChangeAspect="1" noChangeArrowheads="1"/>
          </p:cNvPicPr>
          <p:nvPr/>
        </p:nvPicPr>
        <p:blipFill>
          <a:blip r:embed="rId2"/>
          <a:srcRect/>
          <a:stretch>
            <a:fillRect/>
          </a:stretch>
        </p:blipFill>
        <p:spPr bwMode="auto">
          <a:xfrm>
            <a:off x="1752600" y="4152900"/>
            <a:ext cx="6810375" cy="1638300"/>
          </a:xfrm>
          <a:prstGeom prst="rect">
            <a:avLst/>
          </a:prstGeom>
          <a:noFill/>
          <a:ln w="9525">
            <a:noFill/>
            <a:miter lim="800000"/>
            <a:headEnd/>
            <a:tailEnd/>
          </a:ln>
          <a:effectLst/>
        </p:spPr>
      </p:pic>
      <p:pic>
        <p:nvPicPr>
          <p:cNvPr id="7" name="Picture 6"/>
          <p:cNvPicPr>
            <a:picLocks noChangeAspect="1"/>
          </p:cNvPicPr>
          <p:nvPr/>
        </p:nvPicPr>
        <p:blipFill>
          <a:blip r:embed="rId3"/>
          <a:stretch>
            <a:fillRect/>
          </a:stretch>
        </p:blipFill>
        <p:spPr>
          <a:xfrm>
            <a:off x="1885575" y="1884463"/>
            <a:ext cx="4667625" cy="2292433"/>
          </a:xfrm>
          <a:prstGeom prst="rect">
            <a:avLst/>
          </a:prstGeom>
        </p:spPr>
      </p:pic>
    </p:spTree>
  </p:cSld>
  <p:clrMapOvr>
    <a:masterClrMapping/>
  </p:clrMapOvr>
  <p:transition>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Function Example</a:t>
            </a:r>
          </a:p>
        </p:txBody>
      </p:sp>
      <p:sp>
        <p:nvSpPr>
          <p:cNvPr id="3" name="Content Placeholder 2"/>
          <p:cNvSpPr>
            <a:spLocks noGrp="1"/>
          </p:cNvSpPr>
          <p:nvPr>
            <p:ph idx="1"/>
          </p:nvPr>
        </p:nvSpPr>
        <p:spPr/>
        <p:txBody>
          <a:bodyPr/>
          <a:lstStyle/>
          <a:p>
            <a:pPr marL="0" indent="0">
              <a:buNone/>
            </a:pPr>
            <a:r>
              <a:rPr lang="en-IN"/>
              <a:t>&lt;html&gt;</a:t>
            </a:r>
          </a:p>
          <a:p>
            <a:pPr marL="0" indent="0">
              <a:buNone/>
            </a:pPr>
            <a:r>
              <a:rPr lang="en-IN"/>
              <a:t>&lt;body&gt;</a:t>
            </a:r>
          </a:p>
          <a:p>
            <a:pPr marL="0" indent="0">
              <a:buNone/>
            </a:pPr>
            <a:r>
              <a:rPr lang="en-IN"/>
              <a:t>&lt;script&gt;  </a:t>
            </a:r>
          </a:p>
          <a:p>
            <a:pPr marL="0" indent="0">
              <a:buNone/>
            </a:pPr>
            <a:r>
              <a:rPr lang="en-IN"/>
              <a:t>function </a:t>
            </a:r>
            <a:r>
              <a:rPr lang="en-IN" err="1"/>
              <a:t>msg</a:t>
            </a:r>
            <a:r>
              <a:rPr lang="en-IN"/>
              <a:t>()</a:t>
            </a:r>
          </a:p>
          <a:p>
            <a:pPr marL="0" indent="0">
              <a:buNone/>
            </a:pPr>
            <a:r>
              <a:rPr lang="en-IN"/>
              <a:t>{  </a:t>
            </a:r>
          </a:p>
          <a:p>
            <a:pPr marL="0" indent="0">
              <a:buNone/>
            </a:pPr>
            <a:r>
              <a:rPr lang="en-IN"/>
              <a:t>alert("hello! this is message");  </a:t>
            </a:r>
          </a:p>
          <a:p>
            <a:pPr marL="0" indent="0">
              <a:buNone/>
            </a:pPr>
            <a:r>
              <a:rPr lang="en-IN"/>
              <a:t>}  </a:t>
            </a:r>
          </a:p>
          <a:p>
            <a:pPr marL="0" indent="0">
              <a:buNone/>
            </a:pPr>
            <a:r>
              <a:rPr lang="en-IN"/>
              <a:t>&lt;/script&gt;  </a:t>
            </a:r>
          </a:p>
          <a:p>
            <a:pPr marL="0" indent="0">
              <a:buNone/>
            </a:pPr>
            <a:r>
              <a:rPr lang="en-IN"/>
              <a:t>&lt;input type="button" </a:t>
            </a:r>
            <a:r>
              <a:rPr lang="en-IN" err="1"/>
              <a:t>onclick</a:t>
            </a:r>
            <a:r>
              <a:rPr lang="en-IN"/>
              <a:t>="</a:t>
            </a:r>
            <a:r>
              <a:rPr lang="en-IN" err="1"/>
              <a:t>msg</a:t>
            </a:r>
            <a:r>
              <a:rPr lang="en-IN"/>
              <a:t>()" value="call function"/&gt;  </a:t>
            </a:r>
          </a:p>
          <a:p>
            <a:pPr marL="0" indent="0">
              <a:buNone/>
            </a:pPr>
            <a:r>
              <a:rPr lang="en-IN"/>
              <a:t>&lt;/body&gt;</a:t>
            </a:r>
          </a:p>
          <a:p>
            <a:pPr marL="0" indent="0">
              <a:buNone/>
            </a:pPr>
            <a:r>
              <a:rPr lang="en-IN"/>
              <a:t>&lt;/html&gt;</a:t>
            </a:r>
            <a:endParaRPr lang="en-US"/>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33</a:t>
            </a:fld>
            <a:endParaRPr lang="en-IN"/>
          </a:p>
        </p:txBody>
      </p:sp>
    </p:spTree>
    <p:extLst>
      <p:ext uri="{BB962C8B-B14F-4D97-AF65-F5344CB8AC3E}">
        <p14:creationId xmlns:p14="http://schemas.microsoft.com/office/powerpoint/2010/main" val="4066664521"/>
      </p:ext>
    </p:extLst>
  </p:cSld>
  <p:clrMapOvr>
    <a:masterClrMapping/>
  </p:clrMapOvr>
  <p:transition>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Function Arguments</a:t>
            </a:r>
          </a:p>
        </p:txBody>
      </p:sp>
      <p:sp>
        <p:nvSpPr>
          <p:cNvPr id="3" name="Content Placeholder 2"/>
          <p:cNvSpPr>
            <a:spLocks noGrp="1"/>
          </p:cNvSpPr>
          <p:nvPr>
            <p:ph idx="1"/>
          </p:nvPr>
        </p:nvSpPr>
        <p:spPr/>
        <p:txBody>
          <a:bodyPr/>
          <a:lstStyle/>
          <a:p>
            <a:pPr marL="0" indent="0">
              <a:buNone/>
            </a:pPr>
            <a:r>
              <a:rPr lang="en-IN" b="1" dirty="0"/>
              <a:t>&lt;script&gt;</a:t>
            </a:r>
            <a:r>
              <a:rPr lang="en-IN" dirty="0"/>
              <a:t>  </a:t>
            </a:r>
          </a:p>
          <a:p>
            <a:pPr marL="0" indent="0">
              <a:buNone/>
            </a:pPr>
            <a:r>
              <a:rPr lang="en-IN" dirty="0"/>
              <a:t>function </a:t>
            </a:r>
            <a:r>
              <a:rPr lang="en-IN" dirty="0" err="1"/>
              <a:t>getcube</a:t>
            </a:r>
            <a:r>
              <a:rPr lang="en-IN" dirty="0"/>
              <a:t>(number){  </a:t>
            </a:r>
          </a:p>
          <a:p>
            <a:pPr marL="0" indent="0">
              <a:buNone/>
            </a:pPr>
            <a:r>
              <a:rPr lang="en-IN" dirty="0"/>
              <a:t>alert(number*number*number);  </a:t>
            </a:r>
          </a:p>
          <a:p>
            <a:pPr marL="0" indent="0">
              <a:buNone/>
            </a:pPr>
            <a:r>
              <a:rPr lang="en-IN" dirty="0"/>
              <a:t>}  </a:t>
            </a:r>
          </a:p>
          <a:p>
            <a:pPr marL="0" indent="0">
              <a:buNone/>
            </a:pPr>
            <a:r>
              <a:rPr lang="en-IN" b="1" dirty="0"/>
              <a:t>&lt;/script&gt;</a:t>
            </a:r>
            <a:r>
              <a:rPr lang="en-IN" dirty="0"/>
              <a:t>  </a:t>
            </a:r>
          </a:p>
          <a:p>
            <a:pPr marL="0" indent="0">
              <a:buNone/>
            </a:pPr>
            <a:r>
              <a:rPr lang="en-IN" b="1" dirty="0"/>
              <a:t>&lt;form&gt;</a:t>
            </a:r>
            <a:r>
              <a:rPr lang="en-IN" dirty="0"/>
              <a:t>  </a:t>
            </a:r>
          </a:p>
          <a:p>
            <a:pPr marL="0" indent="0">
              <a:buNone/>
            </a:pPr>
            <a:r>
              <a:rPr lang="en-IN" b="1" dirty="0"/>
              <a:t>&lt;input</a:t>
            </a:r>
            <a:r>
              <a:rPr lang="en-IN" dirty="0"/>
              <a:t> type="button" value="click" </a:t>
            </a:r>
            <a:r>
              <a:rPr lang="en-IN" dirty="0" err="1"/>
              <a:t>onclick</a:t>
            </a:r>
            <a:r>
              <a:rPr lang="en-IN" dirty="0"/>
              <a:t>="</a:t>
            </a:r>
            <a:r>
              <a:rPr lang="en-IN" dirty="0" err="1"/>
              <a:t>getcube</a:t>
            </a:r>
            <a:r>
              <a:rPr lang="en-IN" dirty="0"/>
              <a:t>(4)"</a:t>
            </a:r>
            <a:r>
              <a:rPr lang="en-IN" b="1" dirty="0"/>
              <a:t>/&gt;</a:t>
            </a:r>
            <a:r>
              <a:rPr lang="en-IN" dirty="0"/>
              <a:t>  </a:t>
            </a:r>
          </a:p>
          <a:p>
            <a:pPr marL="0" indent="0">
              <a:buNone/>
            </a:pPr>
            <a:r>
              <a:rPr lang="en-IN" b="1" dirty="0"/>
              <a:t>&lt;/form&gt;</a:t>
            </a:r>
            <a:r>
              <a:rPr lang="en-IN" dirty="0"/>
              <a:t>  </a:t>
            </a:r>
          </a:p>
          <a:p>
            <a:pPr marL="0" indent="0">
              <a:buNone/>
            </a:pPr>
            <a:endParaRPr lang="en-US" dirty="0"/>
          </a:p>
          <a:p>
            <a:pPr marL="0" indent="0">
              <a:buNone/>
            </a:pPr>
            <a:r>
              <a:rPr lang="en-US" dirty="0">
                <a:hlinkClick r:id="rId2"/>
              </a:rPr>
              <a:t>Output</a:t>
            </a:r>
            <a:endParaRPr lang="en-IN" dirty="0"/>
          </a:p>
        </p:txBody>
      </p:sp>
      <p:sp>
        <p:nvSpPr>
          <p:cNvPr id="4" name="Date Placeholder 3"/>
          <p:cNvSpPr>
            <a:spLocks noGrp="1"/>
          </p:cNvSpPr>
          <p:nvPr>
            <p:ph type="dt" sz="half" idx="4294967295"/>
          </p:nvPr>
        </p:nvSpPr>
        <p:spPr>
          <a:xfrm>
            <a:off x="7000875" y="5297488"/>
            <a:ext cx="1674813" cy="303212"/>
          </a:xfr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34</a:t>
            </a:fld>
            <a:endParaRPr lang="en-IN"/>
          </a:p>
        </p:txBody>
      </p:sp>
    </p:spTree>
    <p:extLst>
      <p:ext uri="{BB962C8B-B14F-4D97-AF65-F5344CB8AC3E}">
        <p14:creationId xmlns:p14="http://schemas.microsoft.com/office/powerpoint/2010/main" val="3121547023"/>
      </p:ext>
    </p:extLst>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Document Object Model(DOM</a:t>
            </a:r>
            <a:r>
              <a:rPr lang="en-US" b="0"/>
              <a:t>)</a:t>
            </a:r>
            <a:endParaRPr lang="en-US"/>
          </a:p>
        </p:txBody>
      </p:sp>
      <p:sp>
        <p:nvSpPr>
          <p:cNvPr id="3" name="Content Placeholder 2"/>
          <p:cNvSpPr>
            <a:spLocks noGrp="1"/>
          </p:cNvSpPr>
          <p:nvPr>
            <p:ph idx="1"/>
          </p:nvPr>
        </p:nvSpPr>
        <p:spPr/>
        <p:txBody>
          <a:bodyPr/>
          <a:lstStyle/>
          <a:p>
            <a:pPr algn="just"/>
            <a:r>
              <a:rPr lang="en-US"/>
              <a:t>Document Object Model (DOM) is a </a:t>
            </a:r>
            <a:r>
              <a:rPr lang="en-US" b="1" i="1"/>
              <a:t>programming interface</a:t>
            </a:r>
            <a:r>
              <a:rPr lang="en-US"/>
              <a:t> for </a:t>
            </a:r>
            <a:r>
              <a:rPr lang="en-US" b="1"/>
              <a:t>HTML (</a:t>
            </a:r>
            <a:r>
              <a:rPr lang="en-US" b="1" err="1"/>
              <a:t>HyperText</a:t>
            </a:r>
            <a:r>
              <a:rPr lang="en-US" b="1"/>
              <a:t> Markup Language)</a:t>
            </a:r>
            <a:r>
              <a:rPr lang="en-US"/>
              <a:t> and </a:t>
            </a:r>
            <a:r>
              <a:rPr lang="en-US" b="1"/>
              <a:t>XML</a:t>
            </a:r>
            <a:r>
              <a:rPr lang="en-US"/>
              <a:t>(Extensible markup language) documents. It defines the </a:t>
            </a:r>
            <a:r>
              <a:rPr lang="en-US" b="1"/>
              <a:t>logical structure</a:t>
            </a:r>
            <a:r>
              <a:rPr lang="en-US"/>
              <a:t> of documents and the way a document is accessed and manipulated.</a:t>
            </a:r>
          </a:p>
          <a:p>
            <a:pPr algn="just"/>
            <a:endParaRPr lang="en-US"/>
          </a:p>
          <a:p>
            <a:pPr algn="just"/>
            <a:r>
              <a:rPr lang="en-US"/>
              <a:t>DOM is a way to represent the webpage in a structured hierarchical way so that it will become easier for programmers and users to glide through the document. With DOM, we can easily access and manipulate tags, IDs, classes, Attributes, or Elements of HTML using commands or methods provided by the Document object.</a:t>
            </a:r>
          </a:p>
          <a:p>
            <a:pPr algn="just"/>
            <a:endParaRPr lang="en-US"/>
          </a:p>
          <a:p>
            <a:pPr algn="just"/>
            <a:r>
              <a:rPr lang="en-US"/>
              <a:t>So basically </a:t>
            </a:r>
            <a:r>
              <a:rPr lang="en-US" b="1"/>
              <a:t>Document Object Model is an API that represents and interacts with HTML or XML documents.</a:t>
            </a:r>
            <a:endParaRPr lang="en-US"/>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35</a:t>
            </a:fld>
            <a:endParaRPr lang="en-IN"/>
          </a:p>
        </p:txBody>
      </p:sp>
    </p:spTree>
    <p:extLst>
      <p:ext uri="{BB962C8B-B14F-4D97-AF65-F5344CB8AC3E}">
        <p14:creationId xmlns:p14="http://schemas.microsoft.com/office/powerpoint/2010/main" val="4207571911"/>
      </p:ext>
    </p:extLst>
  </p:cSld>
  <p:clrMapOvr>
    <a:masterClrMapping/>
  </p:clrMapOvr>
  <p:transition>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DOM is required?</a:t>
            </a:r>
          </a:p>
        </p:txBody>
      </p:sp>
      <p:sp>
        <p:nvSpPr>
          <p:cNvPr id="3" name="Content Placeholder 2"/>
          <p:cNvSpPr>
            <a:spLocks noGrp="1"/>
          </p:cNvSpPr>
          <p:nvPr>
            <p:ph idx="1"/>
          </p:nvPr>
        </p:nvSpPr>
        <p:spPr/>
        <p:txBody>
          <a:bodyPr/>
          <a:lstStyle/>
          <a:p>
            <a:pPr algn="just"/>
            <a:r>
              <a:rPr lang="en-US"/>
              <a:t>HTML is used to </a:t>
            </a:r>
            <a:r>
              <a:rPr lang="en-US" b="1"/>
              <a:t>structure </a:t>
            </a:r>
            <a:r>
              <a:rPr lang="en-US"/>
              <a:t>the web pages and </a:t>
            </a:r>
            <a:r>
              <a:rPr lang="en-US" err="1"/>
              <a:t>Javascript</a:t>
            </a:r>
            <a:r>
              <a:rPr lang="en-US"/>
              <a:t> is used to add </a:t>
            </a:r>
            <a:r>
              <a:rPr lang="en-US" b="1"/>
              <a:t>behavior </a:t>
            </a:r>
            <a:r>
              <a:rPr lang="en-US"/>
              <a:t>to our web pages. When an HTML file is loaded into the browser, the </a:t>
            </a:r>
            <a:r>
              <a:rPr lang="en-US" err="1"/>
              <a:t>javascript</a:t>
            </a:r>
            <a:r>
              <a:rPr lang="en-US"/>
              <a:t> can not understand the HTML document directly. So, a corresponding document is created(DOM). </a:t>
            </a:r>
          </a:p>
          <a:p>
            <a:pPr algn="just"/>
            <a:endParaRPr lang="en-US" b="1"/>
          </a:p>
          <a:p>
            <a:pPr algn="just"/>
            <a:r>
              <a:rPr lang="en-US" b="1"/>
              <a:t>DOM is basically the representation of the same HTML document but in a different format with the use of objects</a:t>
            </a:r>
            <a:r>
              <a:rPr lang="en-US"/>
              <a:t>. </a:t>
            </a:r>
          </a:p>
          <a:p>
            <a:pPr algn="just"/>
            <a:endParaRPr lang="en-US"/>
          </a:p>
          <a:p>
            <a:pPr algn="just"/>
            <a:r>
              <a:rPr lang="en-US" err="1"/>
              <a:t>Javascript</a:t>
            </a:r>
            <a:r>
              <a:rPr lang="en-US"/>
              <a:t> interprets DOM easily </a:t>
            </a:r>
            <a:r>
              <a:rPr lang="en-US" err="1"/>
              <a:t>i.e</a:t>
            </a:r>
            <a:r>
              <a:rPr lang="en-US"/>
              <a:t> </a:t>
            </a:r>
            <a:r>
              <a:rPr lang="en-US" err="1"/>
              <a:t>javascript</a:t>
            </a:r>
            <a:r>
              <a:rPr lang="en-US"/>
              <a:t> can not understand the tags(&lt;h1&gt;H&lt;/h1&gt;) in HTML document but can understand object h1 in DOM. Now, </a:t>
            </a:r>
            <a:r>
              <a:rPr lang="en-US" err="1"/>
              <a:t>Javascript</a:t>
            </a:r>
            <a:r>
              <a:rPr lang="en-US"/>
              <a:t> can access each of the objects (h1, p, etc) by using different functions.</a:t>
            </a:r>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36</a:t>
            </a:fld>
            <a:endParaRPr lang="en-IN"/>
          </a:p>
        </p:txBody>
      </p:sp>
    </p:spTree>
    <p:extLst>
      <p:ext uri="{BB962C8B-B14F-4D97-AF65-F5344CB8AC3E}">
        <p14:creationId xmlns:p14="http://schemas.microsoft.com/office/powerpoint/2010/main" val="252014829"/>
      </p:ext>
    </p:extLst>
  </p:cSld>
  <p:clrMapOvr>
    <a:masterClrMapping/>
  </p:clrMapOvr>
  <p:transition>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Structure of DOM</a:t>
            </a:r>
          </a:p>
        </p:txBody>
      </p:sp>
      <p:sp>
        <p:nvSpPr>
          <p:cNvPr id="3" name="Content Placeholder 2"/>
          <p:cNvSpPr>
            <a:spLocks noGrp="1"/>
          </p:cNvSpPr>
          <p:nvPr>
            <p:ph idx="1"/>
          </p:nvPr>
        </p:nvSpPr>
        <p:spPr/>
        <p:txBody>
          <a:bodyPr/>
          <a:lstStyle/>
          <a:p>
            <a:r>
              <a:rPr lang="en-US"/>
              <a:t>DOM can be thought of as a Tree or Forest</a:t>
            </a:r>
          </a:p>
          <a:p>
            <a:endParaRPr lang="en-US"/>
          </a:p>
          <a:p>
            <a:pPr algn="just"/>
            <a:r>
              <a:rPr lang="en-US"/>
              <a:t>One important property of DOM structure models is </a:t>
            </a:r>
            <a:r>
              <a:rPr lang="en-US" b="1" i="1"/>
              <a:t>structural isomorphism.</a:t>
            </a:r>
          </a:p>
          <a:p>
            <a:pPr algn="just"/>
            <a:r>
              <a:rPr lang="en-US" b="1" i="1"/>
              <a:t>Isomorphism means </a:t>
            </a:r>
            <a:r>
              <a:rPr lang="en-IN"/>
              <a:t>the application uses a similar rendering engine on the server and the client</a:t>
            </a:r>
            <a:endParaRPr lang="en-US" b="1" i="1"/>
          </a:p>
          <a:p>
            <a:pPr algn="just"/>
            <a:endParaRPr lang="en-US" b="1" i="1"/>
          </a:p>
          <a:p>
            <a:pPr algn="just"/>
            <a:r>
              <a:rPr lang="en-US"/>
              <a:t>If any two DOM implementations are used to create a representation of the same document, they will create the same structure model, with precisely the same objects and relationships.</a:t>
            </a:r>
          </a:p>
          <a:p>
            <a:pPr algn="just"/>
            <a:endParaRPr lang="en-US"/>
          </a:p>
          <a:p>
            <a:pPr algn="just"/>
            <a:r>
              <a:rPr lang="en-IN"/>
              <a:t>&lt;P ALIGN="right"&gt;This is a &lt;B&gt;paragraph&lt;/B&gt;&lt;/P&gt;</a:t>
            </a:r>
            <a:endParaRPr lang="en-US"/>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37</a:t>
            </a:fld>
            <a:endParaRPr lang="en-IN"/>
          </a:p>
        </p:txBody>
      </p:sp>
    </p:spTree>
    <p:extLst>
      <p:ext uri="{BB962C8B-B14F-4D97-AF65-F5344CB8AC3E}">
        <p14:creationId xmlns:p14="http://schemas.microsoft.com/office/powerpoint/2010/main" val="2277369145"/>
      </p:ext>
    </p:extLst>
  </p:cSld>
  <p:clrMapOvr>
    <a:masterClrMapping/>
  </p:clrMapOvr>
  <p:transition>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called an Object Model?</a:t>
            </a:r>
          </a:p>
        </p:txBody>
      </p:sp>
      <p:sp>
        <p:nvSpPr>
          <p:cNvPr id="3" name="Content Placeholder 2"/>
          <p:cNvSpPr>
            <a:spLocks noGrp="1"/>
          </p:cNvSpPr>
          <p:nvPr>
            <p:ph idx="1"/>
          </p:nvPr>
        </p:nvSpPr>
        <p:spPr/>
        <p:txBody>
          <a:bodyPr/>
          <a:lstStyle/>
          <a:p>
            <a:r>
              <a:rPr lang="en-US"/>
              <a:t>Documents are modeled using objects, and the model includes not only the structure of a document but also the behavior of a document and the objects of which it is composed like tag elements with attributes in HTML.</a:t>
            </a:r>
          </a:p>
          <a:p>
            <a:endParaRPr lang="en-US"/>
          </a:p>
          <a:p>
            <a:endParaRPr lang="en-US"/>
          </a:p>
          <a:p>
            <a:endParaRPr lang="en-US"/>
          </a:p>
          <a:p>
            <a:endParaRPr lang="en-US"/>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38</a:t>
            </a:fld>
            <a:endParaRPr lang="en-IN"/>
          </a:p>
        </p:txBody>
      </p:sp>
      <p:sp>
        <p:nvSpPr>
          <p:cNvPr id="8" name="Rectangle 7"/>
          <p:cNvSpPr/>
          <p:nvPr/>
        </p:nvSpPr>
        <p:spPr>
          <a:xfrm>
            <a:off x="1752600" y="2324100"/>
            <a:ext cx="6019800" cy="2514600"/>
          </a:xfrm>
          <a:prstGeom prst="rect">
            <a:avLst/>
          </a:prstGeom>
          <a:solidFill>
            <a:srgbClr val="FFFFCC"/>
          </a:solidFill>
          <a:ln>
            <a:solidFill>
              <a:srgbClr val="FFFF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2"/>
          <a:srcRect/>
          <a:stretch>
            <a:fillRect/>
          </a:stretch>
        </p:blipFill>
        <p:spPr bwMode="auto">
          <a:xfrm>
            <a:off x="1676400" y="2166391"/>
            <a:ext cx="6095999" cy="2748509"/>
          </a:xfrm>
          <a:prstGeom prst="rect">
            <a:avLst/>
          </a:prstGeom>
          <a:noFill/>
          <a:ln w="9525">
            <a:noFill/>
            <a:miter lim="800000"/>
            <a:headEnd/>
            <a:tailEnd/>
          </a:ln>
          <a:effectLst/>
        </p:spPr>
      </p:pic>
    </p:spTree>
    <p:extLst>
      <p:ext uri="{BB962C8B-B14F-4D97-AF65-F5344CB8AC3E}">
        <p14:creationId xmlns:p14="http://schemas.microsoft.com/office/powerpoint/2010/main" val="1271993779"/>
      </p:ext>
    </p:extLst>
  </p:cSld>
  <p:clrMapOvr>
    <a:masterClrMapping/>
  </p:clrMapOvr>
  <p:transition>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For example </a:t>
            </a:r>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39</a:t>
            </a:fld>
            <a:endParaRPr lang="en-IN"/>
          </a:p>
        </p:txBody>
      </p:sp>
      <p:sp>
        <p:nvSpPr>
          <p:cNvPr id="7" name="Rectangle 6"/>
          <p:cNvSpPr/>
          <p:nvPr/>
        </p:nvSpPr>
        <p:spPr>
          <a:xfrm>
            <a:off x="1066800" y="1409700"/>
            <a:ext cx="2895600" cy="3505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endParaRPr lang="en-US"/>
          </a:p>
          <a:p>
            <a:r>
              <a:rPr lang="en-US"/>
              <a:t>&lt;table&gt;</a:t>
            </a:r>
          </a:p>
          <a:p>
            <a:r>
              <a:rPr lang="en-US"/>
              <a:t>  &lt;ROWS&gt;</a:t>
            </a:r>
          </a:p>
          <a:p>
            <a:r>
              <a:rPr lang="en-US"/>
              <a:t>    &lt;</a:t>
            </a:r>
            <a:r>
              <a:rPr lang="en-US" err="1"/>
              <a:t>tr</a:t>
            </a:r>
            <a:r>
              <a:rPr lang="en-US"/>
              <a:t>&gt;</a:t>
            </a:r>
          </a:p>
          <a:p>
            <a:r>
              <a:rPr lang="en-US"/>
              <a:t>      &lt;td&gt;Car&lt;/td&gt;</a:t>
            </a:r>
          </a:p>
          <a:p>
            <a:r>
              <a:rPr lang="en-US"/>
              <a:t>      &lt;td&gt;Scooter&lt;/td&gt;</a:t>
            </a:r>
          </a:p>
          <a:p>
            <a:r>
              <a:rPr lang="en-US"/>
              <a:t>    &lt;/</a:t>
            </a:r>
            <a:r>
              <a:rPr lang="en-US" err="1"/>
              <a:t>tr</a:t>
            </a:r>
            <a:r>
              <a:rPr lang="en-US"/>
              <a:t>&gt;</a:t>
            </a:r>
          </a:p>
          <a:p>
            <a:r>
              <a:rPr lang="en-US"/>
              <a:t>    &lt;</a:t>
            </a:r>
            <a:r>
              <a:rPr lang="en-US" err="1"/>
              <a:t>tr</a:t>
            </a:r>
            <a:r>
              <a:rPr lang="en-US"/>
              <a:t>&gt;</a:t>
            </a:r>
          </a:p>
          <a:p>
            <a:r>
              <a:rPr lang="en-US"/>
              <a:t>      &lt;td&gt;</a:t>
            </a:r>
            <a:r>
              <a:rPr lang="en-US" err="1"/>
              <a:t>MotorBike</a:t>
            </a:r>
            <a:r>
              <a:rPr lang="en-US"/>
              <a:t>&lt;/td&gt;</a:t>
            </a:r>
          </a:p>
          <a:p>
            <a:r>
              <a:rPr lang="en-US"/>
              <a:t>      &lt;td&gt;Bus&lt;/td&gt;</a:t>
            </a:r>
          </a:p>
          <a:p>
            <a:r>
              <a:rPr lang="en-US"/>
              <a:t>    &lt;/</a:t>
            </a:r>
            <a:r>
              <a:rPr lang="en-US" err="1"/>
              <a:t>tr</a:t>
            </a:r>
            <a:r>
              <a:rPr lang="en-US"/>
              <a:t>&gt;</a:t>
            </a:r>
          </a:p>
          <a:p>
            <a:r>
              <a:rPr lang="en-US"/>
              <a:t>  &lt;/ROWS&gt;</a:t>
            </a:r>
          </a:p>
          <a:p>
            <a:r>
              <a:rPr lang="en-US"/>
              <a:t>&lt;/table&gt;</a:t>
            </a:r>
          </a:p>
          <a:p>
            <a:pPr algn="ctr"/>
            <a:endParaRPr lang="en-US"/>
          </a:p>
        </p:txBody>
      </p:sp>
      <p:sp>
        <p:nvSpPr>
          <p:cNvPr id="8" name="Rectangle 7"/>
          <p:cNvSpPr/>
          <p:nvPr/>
        </p:nvSpPr>
        <p:spPr>
          <a:xfrm>
            <a:off x="5257800" y="1409700"/>
            <a:ext cx="2743200" cy="3429000"/>
          </a:xfrm>
          <a:prstGeom prst="rect">
            <a:avLst/>
          </a:prstGeom>
          <a:solidFill>
            <a:schemeClr val="bg2">
              <a:lumMod val="95000"/>
            </a:schemeClr>
          </a:solidFill>
          <a:ln>
            <a:solidFill>
              <a:srgbClr val="FFFF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p:cNvPicPr>
            <a:picLocks noChangeAspect="1" noChangeArrowheads="1"/>
          </p:cNvPicPr>
          <p:nvPr/>
        </p:nvPicPr>
        <p:blipFill>
          <a:blip r:embed="rId2"/>
          <a:srcRect/>
          <a:stretch>
            <a:fillRect/>
          </a:stretch>
        </p:blipFill>
        <p:spPr bwMode="auto">
          <a:xfrm>
            <a:off x="4953000" y="1333500"/>
            <a:ext cx="3581400" cy="3595688"/>
          </a:xfrm>
          <a:prstGeom prst="rect">
            <a:avLst/>
          </a:prstGeom>
          <a:noFill/>
          <a:ln w="9525">
            <a:noFill/>
            <a:miter lim="800000"/>
            <a:headEnd/>
            <a:tailEnd/>
          </a:ln>
          <a:effectLst/>
        </p:spPr>
      </p:pic>
    </p:spTree>
    <p:extLst>
      <p:ext uri="{BB962C8B-B14F-4D97-AF65-F5344CB8AC3E}">
        <p14:creationId xmlns:p14="http://schemas.microsoft.com/office/powerpoint/2010/main" val="242929696"/>
      </p:ext>
    </p:extLst>
  </p:cSld>
  <p:clrMapOvr>
    <a:masterClrMapping/>
  </p:clrMapOvr>
  <p:transition>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Methods of Document Object</a:t>
            </a:r>
          </a:p>
        </p:txBody>
      </p:sp>
      <p:pic>
        <p:nvPicPr>
          <p:cNvPr id="7" name="Content Placeholder 6"/>
          <p:cNvPicPr>
            <a:picLocks noGrp="1" noChangeAspect="1"/>
          </p:cNvPicPr>
          <p:nvPr>
            <p:ph idx="1"/>
          </p:nvPr>
        </p:nvPicPr>
        <p:blipFill>
          <a:blip r:embed="rId2"/>
          <a:stretch>
            <a:fillRect/>
          </a:stretch>
        </p:blipFill>
        <p:spPr>
          <a:xfrm>
            <a:off x="152400" y="723900"/>
            <a:ext cx="8229600" cy="4114800"/>
          </a:xfrm>
          <a:prstGeom prst="rect">
            <a:avLst/>
          </a:prstGeom>
        </p:spPr>
      </p:pic>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40</a:t>
            </a:fld>
            <a:endParaRPr lang="en-IN"/>
          </a:p>
        </p:txBody>
      </p:sp>
    </p:spTree>
    <p:extLst>
      <p:ext uri="{BB962C8B-B14F-4D97-AF65-F5344CB8AC3E}">
        <p14:creationId xmlns:p14="http://schemas.microsoft.com/office/powerpoint/2010/main" val="3133997213"/>
      </p:ext>
    </p:extLst>
  </p:cSld>
  <p:clrMapOvr>
    <a:masterClrMapping/>
  </p:clrMapOvr>
  <p:transition>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err="1"/>
              <a:t>document.getElementById</a:t>
            </a:r>
            <a:r>
              <a:rPr lang="en-IN" b="0"/>
              <a:t>() method</a:t>
            </a:r>
          </a:p>
        </p:txBody>
      </p:sp>
      <p:sp>
        <p:nvSpPr>
          <p:cNvPr id="3" name="Content Placeholder 2"/>
          <p:cNvSpPr>
            <a:spLocks noGrp="1"/>
          </p:cNvSpPr>
          <p:nvPr>
            <p:ph idx="1"/>
          </p:nvPr>
        </p:nvSpPr>
        <p:spPr>
          <a:xfrm>
            <a:off x="457200" y="652672"/>
            <a:ext cx="8229600" cy="4105275"/>
          </a:xfrm>
        </p:spPr>
        <p:txBody>
          <a:bodyPr/>
          <a:lstStyle/>
          <a:p>
            <a:pPr algn="just"/>
            <a:r>
              <a:rPr lang="en-IN" b="1" err="1"/>
              <a:t>document.getElementById</a:t>
            </a:r>
            <a:r>
              <a:rPr lang="en-IN" b="1"/>
              <a:t>()</a:t>
            </a:r>
            <a:r>
              <a:rPr lang="en-IN"/>
              <a:t> method returns the element of specified id.</a:t>
            </a:r>
          </a:p>
          <a:p>
            <a:pPr algn="just"/>
            <a:endParaRPr lang="en-IN"/>
          </a:p>
          <a:p>
            <a:pPr algn="just"/>
            <a:r>
              <a:rPr lang="en-IN"/>
              <a:t>In the previous, we have used </a:t>
            </a:r>
            <a:r>
              <a:rPr lang="en-IN" b="1"/>
              <a:t>document.form1.name.value</a:t>
            </a:r>
            <a:r>
              <a:rPr lang="en-IN"/>
              <a:t> to get the value of the input value. Instead of this, we can use </a:t>
            </a:r>
            <a:r>
              <a:rPr lang="en-IN" err="1"/>
              <a:t>document.getElementById</a:t>
            </a:r>
            <a:r>
              <a:rPr lang="en-IN"/>
              <a:t>() method to get value of the input text.</a:t>
            </a:r>
          </a:p>
          <a:p>
            <a:pPr algn="just"/>
            <a:endParaRPr lang="en-IN"/>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41</a:t>
            </a:fld>
            <a:endParaRPr lang="en-IN"/>
          </a:p>
        </p:txBody>
      </p:sp>
      <p:pic>
        <p:nvPicPr>
          <p:cNvPr id="7" name="Picture 6"/>
          <p:cNvPicPr>
            <a:picLocks noChangeAspect="1"/>
          </p:cNvPicPr>
          <p:nvPr/>
        </p:nvPicPr>
        <p:blipFill>
          <a:blip r:embed="rId2"/>
          <a:stretch>
            <a:fillRect/>
          </a:stretch>
        </p:blipFill>
        <p:spPr>
          <a:xfrm>
            <a:off x="1066801" y="2590959"/>
            <a:ext cx="4953000" cy="2952750"/>
          </a:xfrm>
          <a:prstGeom prst="rect">
            <a:avLst/>
          </a:prstGeom>
        </p:spPr>
      </p:pic>
    </p:spTree>
    <p:extLst>
      <p:ext uri="{BB962C8B-B14F-4D97-AF65-F5344CB8AC3E}">
        <p14:creationId xmlns:p14="http://schemas.microsoft.com/office/powerpoint/2010/main" val="402634266"/>
      </p:ext>
    </p:extLst>
  </p:cSld>
  <p:clrMapOvr>
    <a:masterClrMapping/>
  </p:clrMapOvr>
  <p:transition>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err="1"/>
              <a:t>document.getElementsByName</a:t>
            </a:r>
            <a:r>
              <a:rPr lang="en-IN" b="0"/>
              <a:t>()</a:t>
            </a:r>
            <a:endParaRPr lang="en-US"/>
          </a:p>
        </p:txBody>
      </p:sp>
      <p:sp>
        <p:nvSpPr>
          <p:cNvPr id="3" name="Content Placeholder 2"/>
          <p:cNvSpPr>
            <a:spLocks noGrp="1"/>
          </p:cNvSpPr>
          <p:nvPr>
            <p:ph idx="1"/>
          </p:nvPr>
        </p:nvSpPr>
        <p:spPr/>
        <p:txBody>
          <a:bodyPr/>
          <a:lstStyle/>
          <a:p>
            <a:r>
              <a:rPr lang="en-IN"/>
              <a:t>The </a:t>
            </a:r>
            <a:r>
              <a:rPr lang="en-IN" b="1" err="1"/>
              <a:t>document.getElementsByName</a:t>
            </a:r>
            <a:r>
              <a:rPr lang="en-IN" b="1"/>
              <a:t>()</a:t>
            </a:r>
            <a:r>
              <a:rPr lang="en-IN"/>
              <a:t> method returns all the element of specified name.</a:t>
            </a:r>
          </a:p>
          <a:p>
            <a:r>
              <a:rPr lang="en-IN"/>
              <a:t>The syntax of the </a:t>
            </a:r>
            <a:r>
              <a:rPr lang="en-IN" err="1"/>
              <a:t>getElementsByName</a:t>
            </a:r>
            <a:r>
              <a:rPr lang="en-IN"/>
              <a:t>() method is given below:</a:t>
            </a:r>
          </a:p>
          <a:p>
            <a:pPr marL="0" indent="0">
              <a:buNone/>
            </a:pPr>
            <a:r>
              <a:rPr lang="en-IN"/>
              <a:t>Syntax:    </a:t>
            </a:r>
            <a:r>
              <a:rPr lang="en-IN" err="1"/>
              <a:t>document.getElementsByName</a:t>
            </a:r>
            <a:r>
              <a:rPr lang="en-IN"/>
              <a:t>("name") </a:t>
            </a:r>
          </a:p>
          <a:p>
            <a:pPr>
              <a:buNone/>
            </a:pPr>
            <a:endParaRPr lang="en-US"/>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42</a:t>
            </a:fld>
            <a:endParaRPr lang="en-IN"/>
          </a:p>
        </p:txBody>
      </p:sp>
      <p:pic>
        <p:nvPicPr>
          <p:cNvPr id="7" name="Picture 6"/>
          <p:cNvPicPr>
            <a:picLocks noChangeAspect="1"/>
          </p:cNvPicPr>
          <p:nvPr/>
        </p:nvPicPr>
        <p:blipFill>
          <a:blip r:embed="rId2"/>
          <a:stretch>
            <a:fillRect/>
          </a:stretch>
        </p:blipFill>
        <p:spPr>
          <a:xfrm>
            <a:off x="2895600" y="2324100"/>
            <a:ext cx="5134468" cy="3279557"/>
          </a:xfrm>
          <a:prstGeom prst="rect">
            <a:avLst/>
          </a:prstGeom>
        </p:spPr>
      </p:pic>
    </p:spTree>
    <p:extLst>
      <p:ext uri="{BB962C8B-B14F-4D97-AF65-F5344CB8AC3E}">
        <p14:creationId xmlns:p14="http://schemas.microsoft.com/office/powerpoint/2010/main" val="3257298561"/>
      </p:ext>
    </p:extLst>
  </p:cSld>
  <p:clrMapOvr>
    <a:masterClrMapping/>
  </p:clrMapOvr>
  <p:transition>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err="1"/>
              <a:t>document.getElementsByTagName</a:t>
            </a:r>
            <a:r>
              <a:rPr lang="en-IN" b="0"/>
              <a:t>() </a:t>
            </a:r>
            <a:endParaRPr lang="en-US"/>
          </a:p>
        </p:txBody>
      </p:sp>
      <p:sp>
        <p:nvSpPr>
          <p:cNvPr id="3" name="Content Placeholder 2"/>
          <p:cNvSpPr>
            <a:spLocks noGrp="1"/>
          </p:cNvSpPr>
          <p:nvPr>
            <p:ph idx="1"/>
          </p:nvPr>
        </p:nvSpPr>
        <p:spPr/>
        <p:txBody>
          <a:bodyPr/>
          <a:lstStyle/>
          <a:p>
            <a:r>
              <a:rPr lang="en-IN" sz="2200">
                <a:latin typeface="Times New Roman" panose="02020603050405020304" pitchFamily="18" charset="0"/>
                <a:cs typeface="Times New Roman" panose="02020603050405020304" pitchFamily="18" charset="0"/>
              </a:rPr>
              <a:t>The </a:t>
            </a:r>
            <a:r>
              <a:rPr lang="en-IN" sz="2200" b="1" err="1">
                <a:latin typeface="Times New Roman" panose="02020603050405020304" pitchFamily="18" charset="0"/>
                <a:cs typeface="Times New Roman" panose="02020603050405020304" pitchFamily="18" charset="0"/>
              </a:rPr>
              <a:t>document.getElementsByTagName</a:t>
            </a:r>
            <a:r>
              <a:rPr lang="en-IN" sz="2200" b="1">
                <a:latin typeface="Times New Roman" panose="02020603050405020304" pitchFamily="18" charset="0"/>
                <a:cs typeface="Times New Roman" panose="02020603050405020304" pitchFamily="18" charset="0"/>
              </a:rPr>
              <a:t>()</a:t>
            </a:r>
            <a:r>
              <a:rPr lang="en-IN" sz="2200">
                <a:latin typeface="Times New Roman" panose="02020603050405020304" pitchFamily="18" charset="0"/>
                <a:cs typeface="Times New Roman" panose="02020603050405020304" pitchFamily="18" charset="0"/>
              </a:rPr>
              <a:t> method returns all the element of specified tag name.</a:t>
            </a:r>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43</a:t>
            </a:fld>
            <a:endParaRPr lang="en-IN"/>
          </a:p>
        </p:txBody>
      </p:sp>
      <p:pic>
        <p:nvPicPr>
          <p:cNvPr id="7" name="Picture 6"/>
          <p:cNvPicPr>
            <a:picLocks noChangeAspect="1"/>
          </p:cNvPicPr>
          <p:nvPr/>
        </p:nvPicPr>
        <p:blipFill>
          <a:blip r:embed="rId2"/>
          <a:stretch>
            <a:fillRect/>
          </a:stretch>
        </p:blipFill>
        <p:spPr>
          <a:xfrm>
            <a:off x="685800" y="1790700"/>
            <a:ext cx="7010400" cy="3291300"/>
          </a:xfrm>
          <a:prstGeom prst="rect">
            <a:avLst/>
          </a:prstGeom>
        </p:spPr>
      </p:pic>
    </p:spTree>
    <p:extLst>
      <p:ext uri="{BB962C8B-B14F-4D97-AF65-F5344CB8AC3E}">
        <p14:creationId xmlns:p14="http://schemas.microsoft.com/office/powerpoint/2010/main" val="3299070671"/>
      </p:ext>
    </p:extLst>
  </p:cSld>
  <p:clrMapOvr>
    <a:masterClrMapping/>
  </p:clrMapOvr>
  <p:transition>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err="1"/>
              <a:t>Javascript</a:t>
            </a:r>
            <a:r>
              <a:rPr lang="en-IN" b="0"/>
              <a:t> - </a:t>
            </a:r>
            <a:r>
              <a:rPr lang="en-IN" b="0" err="1"/>
              <a:t>innerHTML</a:t>
            </a:r>
            <a:r>
              <a:rPr lang="en-IN" b="0"/>
              <a:t/>
            </a:r>
            <a:br>
              <a:rPr lang="en-IN" b="0"/>
            </a:br>
            <a:endParaRPr lang="en-US"/>
          </a:p>
        </p:txBody>
      </p:sp>
      <p:sp>
        <p:nvSpPr>
          <p:cNvPr id="3" name="Content Placeholder 2"/>
          <p:cNvSpPr>
            <a:spLocks noGrp="1"/>
          </p:cNvSpPr>
          <p:nvPr>
            <p:ph idx="1"/>
          </p:nvPr>
        </p:nvSpPr>
        <p:spPr/>
        <p:txBody>
          <a:bodyPr/>
          <a:lstStyle/>
          <a:p>
            <a:r>
              <a:rPr lang="en-IN"/>
              <a:t>The </a:t>
            </a:r>
            <a:r>
              <a:rPr lang="en-IN" b="1" err="1"/>
              <a:t>innerHTML</a:t>
            </a:r>
            <a:r>
              <a:rPr lang="en-IN"/>
              <a:t> property can be used to write the dynamic html on the html document.</a:t>
            </a:r>
          </a:p>
          <a:p>
            <a:r>
              <a:rPr lang="en-IN"/>
              <a:t>It is used mostly in the web pages to generate the dynamic html such as registration form, comment form, links etc.</a:t>
            </a:r>
          </a:p>
          <a:p>
            <a:pPr>
              <a:buNone/>
            </a:pPr>
            <a:endParaRPr lang="en-US"/>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44</a:t>
            </a:fld>
            <a:endParaRPr lang="en-IN"/>
          </a:p>
        </p:txBody>
      </p:sp>
    </p:spTree>
    <p:extLst>
      <p:ext uri="{BB962C8B-B14F-4D97-AF65-F5344CB8AC3E}">
        <p14:creationId xmlns:p14="http://schemas.microsoft.com/office/powerpoint/2010/main" val="1525770244"/>
      </p:ext>
    </p:extLst>
  </p:cSld>
  <p:clrMapOvr>
    <a:masterClrMapping/>
  </p:clrMapOvr>
  <p:transition>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Form Validation</a:t>
            </a:r>
            <a:endParaRPr lang="en-US"/>
          </a:p>
        </p:txBody>
      </p:sp>
      <p:sp>
        <p:nvSpPr>
          <p:cNvPr id="3" name="Content Placeholder 2"/>
          <p:cNvSpPr>
            <a:spLocks noGrp="1"/>
          </p:cNvSpPr>
          <p:nvPr>
            <p:ph idx="1"/>
          </p:nvPr>
        </p:nvSpPr>
        <p:spPr/>
        <p:txBody>
          <a:bodyPr/>
          <a:lstStyle/>
          <a:p>
            <a:pPr algn="just"/>
            <a:r>
              <a:rPr lang="en-IN" sz="2000">
                <a:latin typeface="Times New Roman" panose="02020603050405020304" pitchFamily="18" charset="0"/>
                <a:cs typeface="Times New Roman" panose="02020603050405020304" pitchFamily="18" charset="0"/>
              </a:rPr>
              <a:t>It is important to validate the form submitted by the user because it can have inappropriate values. So, validation is must to authenticate user.</a:t>
            </a:r>
          </a:p>
          <a:p>
            <a:pPr algn="just"/>
            <a:endParaRPr lang="en-IN" sz="2000">
              <a:latin typeface="Times New Roman" panose="02020603050405020304" pitchFamily="18" charset="0"/>
              <a:cs typeface="Times New Roman" panose="02020603050405020304" pitchFamily="18" charset="0"/>
            </a:endParaRPr>
          </a:p>
          <a:p>
            <a:pPr algn="just"/>
            <a:r>
              <a:rPr lang="en-IN" sz="2000">
                <a:latin typeface="Times New Roman" panose="02020603050405020304" pitchFamily="18" charset="0"/>
                <a:cs typeface="Times New Roman" panose="02020603050405020304" pitchFamily="18" charset="0"/>
              </a:rPr>
              <a:t>JavaScript provides facility to validate the form on the client-side so data processing will be faster than server-side validation. Most of the web developers prefer JavaScript form validation.</a:t>
            </a:r>
          </a:p>
          <a:p>
            <a:pPr>
              <a:buNone/>
            </a:pPr>
            <a:endParaRPr lang="en-US"/>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45</a:t>
            </a:fld>
            <a:endParaRPr lang="en-IN"/>
          </a:p>
        </p:txBody>
      </p:sp>
    </p:spTree>
    <p:extLst>
      <p:ext uri="{BB962C8B-B14F-4D97-AF65-F5344CB8AC3E}">
        <p14:creationId xmlns:p14="http://schemas.microsoft.com/office/powerpoint/2010/main" val="2042431720"/>
      </p:ext>
    </p:extLst>
  </p:cSld>
  <p:clrMapOvr>
    <a:masterClrMapping/>
  </p:clrMapOvr>
  <p:transition>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Password Length</a:t>
            </a:r>
          </a:p>
        </p:txBody>
      </p:sp>
      <p:pic>
        <p:nvPicPr>
          <p:cNvPr id="7" name="Content Placeholder 6"/>
          <p:cNvPicPr>
            <a:picLocks noGrp="1" noChangeAspect="1"/>
          </p:cNvPicPr>
          <p:nvPr>
            <p:ph idx="1"/>
          </p:nvPr>
        </p:nvPicPr>
        <p:blipFill>
          <a:blip r:embed="rId2"/>
          <a:stretch>
            <a:fillRect/>
          </a:stretch>
        </p:blipFill>
        <p:spPr>
          <a:xfrm>
            <a:off x="1295400" y="1000125"/>
            <a:ext cx="6324600" cy="4105275"/>
          </a:xfrm>
          <a:prstGeom prst="rect">
            <a:avLst/>
          </a:prstGeom>
        </p:spPr>
      </p:pic>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46</a:t>
            </a:fld>
            <a:endParaRPr lang="en-IN"/>
          </a:p>
        </p:txBody>
      </p:sp>
    </p:spTree>
    <p:extLst>
      <p:ext uri="{BB962C8B-B14F-4D97-AF65-F5344CB8AC3E}">
        <p14:creationId xmlns:p14="http://schemas.microsoft.com/office/powerpoint/2010/main" val="1169933262"/>
      </p:ext>
    </p:extLst>
  </p:cSld>
  <p:clrMapOvr>
    <a:masterClrMapping/>
  </p:clrMapOvr>
  <p:transition>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0"/>
              <a:t>JavaScript Retype Password Validation</a:t>
            </a:r>
            <a:endParaRPr lang="en-US"/>
          </a:p>
        </p:txBody>
      </p:sp>
      <p:sp>
        <p:nvSpPr>
          <p:cNvPr id="3" name="Content Placeholder 2"/>
          <p:cNvSpPr>
            <a:spLocks noGrp="1"/>
          </p:cNvSpPr>
          <p:nvPr>
            <p:ph idx="1"/>
          </p:nvPr>
        </p:nvSpPr>
        <p:spPr/>
        <p:txBody>
          <a:bodyPr/>
          <a:lstStyle/>
          <a:p>
            <a:pPr>
              <a:buNone/>
            </a:pPr>
            <a:endParaRPr lang="en-US"/>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47</a:t>
            </a:fld>
            <a:endParaRPr lang="en-IN"/>
          </a:p>
        </p:txBody>
      </p:sp>
      <p:pic>
        <p:nvPicPr>
          <p:cNvPr id="7" name="Picture 6"/>
          <p:cNvPicPr>
            <a:picLocks noChangeAspect="1"/>
          </p:cNvPicPr>
          <p:nvPr/>
        </p:nvPicPr>
        <p:blipFill>
          <a:blip r:embed="rId2"/>
          <a:stretch>
            <a:fillRect/>
          </a:stretch>
        </p:blipFill>
        <p:spPr>
          <a:xfrm>
            <a:off x="2498463" y="952500"/>
            <a:ext cx="5924909" cy="4329482"/>
          </a:xfrm>
          <a:prstGeom prst="rect">
            <a:avLst/>
          </a:prstGeom>
        </p:spPr>
      </p:pic>
    </p:spTree>
    <p:extLst>
      <p:ext uri="{BB962C8B-B14F-4D97-AF65-F5344CB8AC3E}">
        <p14:creationId xmlns:p14="http://schemas.microsoft.com/office/powerpoint/2010/main" val="3056376201"/>
      </p:ext>
    </p:extLst>
  </p:cSld>
  <p:clrMapOvr>
    <a:masterClrMapping/>
  </p:clrMapOvr>
  <p:transition>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28650" y="471896"/>
            <a:ext cx="7886700" cy="401683"/>
          </a:xfrm>
        </p:spPr>
        <p:txBody>
          <a:bodyPr>
            <a:normAutofit fontScale="90000"/>
          </a:bodyPr>
          <a:lstStyle/>
          <a:p>
            <a:r>
              <a:rPr lang="en-US" sz="2400">
                <a:solidFill>
                  <a:srgbClr val="FF0000"/>
                </a:solidFill>
              </a:rPr>
              <a:t>Phone Number Validation</a:t>
            </a:r>
          </a:p>
        </p:txBody>
      </p:sp>
      <p:sp>
        <p:nvSpPr>
          <p:cNvPr id="1026" name="AutoShape 2" descr="javascript document object"/>
          <p:cNvSpPr>
            <a:spLocks noChangeAspect="1" noChangeArrowheads="1"/>
          </p:cNvSpPr>
          <p:nvPr/>
        </p:nvSpPr>
        <p:spPr bwMode="auto">
          <a:xfrm>
            <a:off x="116681" y="177403"/>
            <a:ext cx="228600" cy="228601"/>
          </a:xfrm>
          <a:prstGeom prst="rect">
            <a:avLst/>
          </a:prstGeom>
          <a:noFill/>
        </p:spPr>
        <p:txBody>
          <a:bodyPr vert="horz" wrap="square" lIns="68580" tIns="34290" rIns="68580" bIns="34290" numCol="1" anchor="t" anchorCtr="0" compatLnSpc="1">
            <a:prstTxWarp prst="textNoShape">
              <a:avLst/>
            </a:prstTxWarp>
          </a:bodyPr>
          <a:lstStyle/>
          <a:p>
            <a:endParaRPr lang="en-US"/>
          </a:p>
        </p:txBody>
      </p:sp>
      <p:sp>
        <p:nvSpPr>
          <p:cNvPr id="5" name="Content Placeholder 4"/>
          <p:cNvSpPr>
            <a:spLocks noGrp="1"/>
          </p:cNvSpPr>
          <p:nvPr>
            <p:ph idx="1"/>
          </p:nvPr>
        </p:nvSpPr>
        <p:spPr>
          <a:xfrm>
            <a:off x="4692832" y="687433"/>
            <a:ext cx="4242163" cy="4555672"/>
          </a:xfrm>
        </p:spPr>
        <p:txBody>
          <a:bodyPr>
            <a:normAutofit fontScale="85000" lnSpcReduction="20000"/>
          </a:bodyPr>
          <a:lstStyle/>
          <a:p>
            <a:pPr>
              <a:buNone/>
            </a:pPr>
            <a:r>
              <a:rPr lang="en-US"/>
              <a:t>&lt;script&gt;</a:t>
            </a:r>
          </a:p>
          <a:p>
            <a:pPr>
              <a:buNone/>
            </a:pPr>
            <a:r>
              <a:rPr lang="en-US"/>
              <a:t>            function valid()</a:t>
            </a:r>
          </a:p>
          <a:p>
            <a:pPr>
              <a:buNone/>
            </a:pPr>
            <a:r>
              <a:rPr lang="en-US"/>
              <a:t>            {</a:t>
            </a:r>
          </a:p>
          <a:p>
            <a:pPr>
              <a:buNone/>
            </a:pPr>
            <a:r>
              <a:rPr lang="en-US"/>
              <a:t>            </a:t>
            </a:r>
            <a:r>
              <a:rPr lang="en-US" err="1"/>
              <a:t>var</a:t>
            </a:r>
            <a:r>
              <a:rPr lang="en-US"/>
              <a:t> p=/^\d{10}$/;</a:t>
            </a:r>
          </a:p>
          <a:p>
            <a:pPr>
              <a:buNone/>
            </a:pPr>
            <a:r>
              <a:rPr lang="en-US"/>
              <a:t>            </a:t>
            </a:r>
            <a:r>
              <a:rPr lang="en-US" err="1"/>
              <a:t>var</a:t>
            </a:r>
            <a:r>
              <a:rPr lang="en-US"/>
              <a:t> </a:t>
            </a:r>
            <a:r>
              <a:rPr lang="en-US" err="1"/>
              <a:t>val</a:t>
            </a:r>
            <a:r>
              <a:rPr lang="en-US"/>
              <a:t>=</a:t>
            </a:r>
            <a:r>
              <a:rPr lang="en-US" err="1"/>
              <a:t>document.getElementById</a:t>
            </a:r>
            <a:r>
              <a:rPr lang="en-US"/>
              <a:t>('</a:t>
            </a:r>
            <a:r>
              <a:rPr lang="en-US" err="1"/>
              <a:t>pnum</a:t>
            </a:r>
            <a:r>
              <a:rPr lang="en-US"/>
              <a:t>');</a:t>
            </a:r>
          </a:p>
          <a:p>
            <a:pPr>
              <a:buNone/>
            </a:pPr>
            <a:r>
              <a:rPr lang="en-US"/>
              <a:t>                if(</a:t>
            </a:r>
            <a:r>
              <a:rPr lang="en-US" err="1"/>
              <a:t>val.value.length</a:t>
            </a:r>
            <a:r>
              <a:rPr lang="en-US"/>
              <a:t>!=10){</a:t>
            </a:r>
          </a:p>
          <a:p>
            <a:pPr>
              <a:buNone/>
            </a:pPr>
            <a:r>
              <a:rPr lang="en-US"/>
              <a:t>                alert("</a:t>
            </a:r>
            <a:r>
              <a:rPr lang="en-US" err="1"/>
              <a:t>Plz</a:t>
            </a:r>
            <a:r>
              <a:rPr lang="en-US"/>
              <a:t> Enter 10 Digit Only!!");</a:t>
            </a:r>
          </a:p>
          <a:p>
            <a:pPr>
              <a:buNone/>
            </a:pPr>
            <a:r>
              <a:rPr lang="en-US"/>
              <a:t>                }</a:t>
            </a:r>
          </a:p>
          <a:p>
            <a:pPr>
              <a:buNone/>
            </a:pPr>
            <a:r>
              <a:rPr lang="en-US"/>
              <a:t>                else{</a:t>
            </a:r>
          </a:p>
          <a:p>
            <a:pPr>
              <a:buNone/>
            </a:pPr>
            <a:r>
              <a:rPr lang="en-US"/>
              <a:t>                    if(</a:t>
            </a:r>
            <a:r>
              <a:rPr lang="en-US" err="1"/>
              <a:t>val.value.match</a:t>
            </a:r>
            <a:r>
              <a:rPr lang="en-US"/>
              <a:t>(p)){</a:t>
            </a:r>
          </a:p>
          <a:p>
            <a:pPr>
              <a:buNone/>
            </a:pPr>
            <a:r>
              <a:rPr lang="en-US"/>
              <a:t>                        alert("Submitted Successfully..");</a:t>
            </a:r>
          </a:p>
          <a:p>
            <a:pPr>
              <a:buNone/>
            </a:pPr>
            <a:r>
              <a:rPr lang="en-US"/>
              <a:t>                    }</a:t>
            </a:r>
          </a:p>
          <a:p>
            <a:pPr>
              <a:buNone/>
            </a:pPr>
            <a:r>
              <a:rPr lang="en-US"/>
              <a:t>                    else{</a:t>
            </a:r>
          </a:p>
          <a:p>
            <a:pPr>
              <a:buNone/>
            </a:pPr>
            <a:r>
              <a:rPr lang="en-US"/>
              <a:t>                        alert("Wrong format");</a:t>
            </a:r>
          </a:p>
          <a:p>
            <a:pPr>
              <a:buNone/>
            </a:pPr>
            <a:r>
              <a:rPr lang="en-US"/>
              <a:t>                    }</a:t>
            </a:r>
          </a:p>
          <a:p>
            <a:pPr>
              <a:buNone/>
            </a:pPr>
            <a:r>
              <a:rPr lang="en-US"/>
              <a:t>                }</a:t>
            </a:r>
          </a:p>
          <a:p>
            <a:pPr>
              <a:buNone/>
            </a:pPr>
            <a:r>
              <a:rPr lang="en-US"/>
              <a:t>            }</a:t>
            </a:r>
          </a:p>
          <a:p>
            <a:pPr>
              <a:buNone/>
            </a:pPr>
            <a:r>
              <a:rPr lang="en-US"/>
              <a:t>        &lt;/script&gt;</a:t>
            </a:r>
          </a:p>
        </p:txBody>
      </p:sp>
      <p:sp>
        <p:nvSpPr>
          <p:cNvPr id="6" name="Content Placeholder 4"/>
          <p:cNvSpPr txBox="1">
            <a:spLocks/>
          </p:cNvSpPr>
          <p:nvPr/>
        </p:nvSpPr>
        <p:spPr>
          <a:xfrm>
            <a:off x="525781" y="958488"/>
            <a:ext cx="4242163" cy="4349931"/>
          </a:xfrm>
          <a:prstGeom prst="rect">
            <a:avLst/>
          </a:prstGeom>
        </p:spPr>
        <p:txBody>
          <a:bodyPr vert="horz" lIns="68580" tIns="34290" rIns="68580" bIns="34290" rtlCol="0">
            <a:normAutofit/>
          </a:bodyPr>
          <a:lstStyle/>
          <a:p>
            <a:pPr marL="171450" indent="-171450" defTabSz="685800" fontAlgn="auto">
              <a:lnSpc>
                <a:spcPct val="90000"/>
              </a:lnSpc>
              <a:spcBef>
                <a:spcPts val="750"/>
              </a:spcBef>
              <a:spcAft>
                <a:spcPts val="0"/>
              </a:spcAft>
              <a:defRPr/>
            </a:pPr>
            <a:endParaRPr lang="en-US" sz="2100">
              <a:latin typeface="+mn-lt"/>
              <a:cs typeface="+mn-cs"/>
            </a:endParaRPr>
          </a:p>
        </p:txBody>
      </p:sp>
      <p:sp>
        <p:nvSpPr>
          <p:cNvPr id="7" name="Content Placeholder 4"/>
          <p:cNvSpPr txBox="1">
            <a:spLocks/>
          </p:cNvSpPr>
          <p:nvPr/>
        </p:nvSpPr>
        <p:spPr>
          <a:xfrm>
            <a:off x="427809" y="1079319"/>
            <a:ext cx="4242163" cy="4349931"/>
          </a:xfrm>
          <a:prstGeom prst="rect">
            <a:avLst/>
          </a:prstGeom>
        </p:spPr>
        <p:txBody>
          <a:bodyPr vert="horz" lIns="68580" tIns="34290" rIns="68580" bIns="34290" rtlCol="0">
            <a:normAutofit/>
          </a:bodyPr>
          <a:lstStyle/>
          <a:p>
            <a:pPr marL="385763" indent="-385763" defTabSz="685800" fontAlgn="auto">
              <a:lnSpc>
                <a:spcPct val="90000"/>
              </a:lnSpc>
              <a:spcBef>
                <a:spcPts val="750"/>
              </a:spcBef>
              <a:spcAft>
                <a:spcPts val="0"/>
              </a:spcAft>
              <a:buFont typeface="Arial" panose="020B0604020202020204" pitchFamily="34" charset="0"/>
              <a:buAutoNum type="arabicPeriod"/>
              <a:defRPr/>
            </a:pPr>
            <a:r>
              <a:rPr lang="en-US" sz="2100">
                <a:solidFill>
                  <a:srgbClr val="7030A0"/>
                </a:solidFill>
                <a:latin typeface="+mn-lt"/>
                <a:cs typeface="+mn-cs"/>
              </a:rPr>
              <a:t>Numbers only</a:t>
            </a:r>
          </a:p>
          <a:p>
            <a:pPr marL="385763" indent="-385763" defTabSz="685800" fontAlgn="auto">
              <a:lnSpc>
                <a:spcPct val="90000"/>
              </a:lnSpc>
              <a:spcBef>
                <a:spcPts val="750"/>
              </a:spcBef>
              <a:spcAft>
                <a:spcPts val="0"/>
              </a:spcAft>
              <a:buFont typeface="Arial" panose="020B0604020202020204" pitchFamily="34" charset="0"/>
              <a:buAutoNum type="arabicPeriod"/>
              <a:defRPr/>
            </a:pPr>
            <a:r>
              <a:rPr lang="en-US" sz="2100">
                <a:solidFill>
                  <a:srgbClr val="7030A0"/>
                </a:solidFill>
              </a:rPr>
              <a:t>10 digit number only</a:t>
            </a:r>
            <a:endParaRPr lang="en-US" sz="2100">
              <a:solidFill>
                <a:srgbClr val="7030A0"/>
              </a:solidFill>
              <a:latin typeface="+mn-lt"/>
              <a:cs typeface="+mn-cs"/>
            </a:endParaRPr>
          </a:p>
        </p:txBody>
      </p:sp>
    </p:spTree>
    <p:extLst>
      <p:ext uri="{BB962C8B-B14F-4D97-AF65-F5344CB8AC3E}">
        <p14:creationId xmlns:p14="http://schemas.microsoft.com/office/powerpoint/2010/main" val="3708204099"/>
      </p:ext>
    </p:extLst>
  </p:cSld>
  <p:clrMapOvr>
    <a:masterClrMapping/>
  </p:clrMapOvr>
  <p:transition>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AJAX</a:t>
            </a:r>
          </a:p>
        </p:txBody>
      </p:sp>
      <p:sp>
        <p:nvSpPr>
          <p:cNvPr id="3" name="Content Placeholder 2"/>
          <p:cNvSpPr>
            <a:spLocks noGrp="1"/>
          </p:cNvSpPr>
          <p:nvPr>
            <p:ph idx="1"/>
          </p:nvPr>
        </p:nvSpPr>
        <p:spPr/>
        <p:txBody>
          <a:bodyPr/>
          <a:lstStyle/>
          <a:p>
            <a:pPr algn="just"/>
            <a:r>
              <a:rPr lang="en-US" sz="2000">
                <a:latin typeface="Times New Roman" panose="02020603050405020304" pitchFamily="18" charset="0"/>
                <a:cs typeface="Times New Roman" panose="02020603050405020304" pitchFamily="18" charset="0"/>
              </a:rPr>
              <a:t>AJAX is an abbreviation for </a:t>
            </a:r>
            <a:r>
              <a:rPr lang="en-US" sz="2000" b="1">
                <a:latin typeface="Times New Roman" panose="02020603050405020304" pitchFamily="18" charset="0"/>
                <a:cs typeface="Times New Roman" panose="02020603050405020304" pitchFamily="18" charset="0"/>
              </a:rPr>
              <a:t>Asynchronous JavaScript and XML</a:t>
            </a:r>
            <a:r>
              <a:rPr lang="en-US" sz="2000">
                <a:latin typeface="Times New Roman" panose="02020603050405020304" pitchFamily="18" charset="0"/>
                <a:cs typeface="Times New Roman" panose="02020603050405020304" pitchFamily="18" charset="0"/>
              </a:rPr>
              <a:t>. </a:t>
            </a:r>
          </a:p>
          <a:p>
            <a:pPr algn="just"/>
            <a:r>
              <a:rPr lang="en-US" sz="2000">
                <a:latin typeface="Times New Roman" panose="02020603050405020304" pitchFamily="18" charset="0"/>
                <a:cs typeface="Times New Roman" panose="02020603050405020304" pitchFamily="18" charset="0"/>
              </a:rPr>
              <a:t>It is a group of inter-related technologies like </a:t>
            </a:r>
            <a:r>
              <a:rPr lang="en-US" sz="2000">
                <a:latin typeface="Times New Roman" panose="02020603050405020304" pitchFamily="18" charset="0"/>
                <a:cs typeface="Times New Roman" panose="02020603050405020304" pitchFamily="18" charset="0"/>
                <a:hlinkClick r:id="rId2"/>
              </a:rPr>
              <a:t>JavaScript</a:t>
            </a:r>
            <a:r>
              <a:rPr lang="en-US" sz="2000">
                <a:latin typeface="Times New Roman" panose="02020603050405020304" pitchFamily="18" charset="0"/>
                <a:cs typeface="Times New Roman" panose="02020603050405020304" pitchFamily="18" charset="0"/>
              </a:rPr>
              <a:t>,  DOM,  </a:t>
            </a:r>
            <a:r>
              <a:rPr lang="en-US" sz="2000">
                <a:latin typeface="Times New Roman" panose="02020603050405020304" pitchFamily="18" charset="0"/>
                <a:cs typeface="Times New Roman" panose="02020603050405020304" pitchFamily="18" charset="0"/>
                <a:hlinkClick r:id="rId3"/>
              </a:rPr>
              <a:t>XML</a:t>
            </a:r>
            <a:r>
              <a:rPr lang="en-US" sz="20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hlinkClick r:id="rId4"/>
              </a:rPr>
              <a:t>HTML</a:t>
            </a:r>
            <a:r>
              <a:rPr lang="en-US" sz="2000">
                <a:latin typeface="Times New Roman" panose="02020603050405020304" pitchFamily="18" charset="0"/>
                <a:cs typeface="Times New Roman" panose="02020603050405020304" pitchFamily="18" charset="0"/>
              </a:rPr>
              <a:t>/</a:t>
            </a:r>
            <a:r>
              <a:rPr lang="en-US" sz="2000">
                <a:latin typeface="Times New Roman" panose="02020603050405020304" pitchFamily="18" charset="0"/>
                <a:cs typeface="Times New Roman" panose="02020603050405020304" pitchFamily="18" charset="0"/>
                <a:hlinkClick r:id="rId5"/>
              </a:rPr>
              <a:t>XHTML</a:t>
            </a:r>
            <a:r>
              <a:rPr lang="en-US" sz="20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hlinkClick r:id="rId6"/>
              </a:rPr>
              <a:t>CSS</a:t>
            </a:r>
            <a:r>
              <a:rPr lang="en-US" sz="2000">
                <a:latin typeface="Times New Roman" panose="02020603050405020304" pitchFamily="18" charset="0"/>
                <a:cs typeface="Times New Roman" panose="02020603050405020304" pitchFamily="18" charset="0"/>
              </a:rPr>
              <a:t>, </a:t>
            </a:r>
            <a:r>
              <a:rPr lang="en-US" sz="2000" err="1">
                <a:latin typeface="Times New Roman" panose="02020603050405020304" pitchFamily="18" charset="0"/>
                <a:cs typeface="Times New Roman" panose="02020603050405020304" pitchFamily="18" charset="0"/>
                <a:hlinkClick r:id="rId7"/>
              </a:rPr>
              <a:t>XMLHttpRequest</a:t>
            </a:r>
            <a:r>
              <a:rPr lang="en-US" sz="2000">
                <a:latin typeface="Times New Roman" panose="02020603050405020304" pitchFamily="18" charset="0"/>
                <a:cs typeface="Times New Roman" panose="02020603050405020304" pitchFamily="18" charset="0"/>
              </a:rPr>
              <a:t> etc.</a:t>
            </a:r>
          </a:p>
          <a:p>
            <a:pPr algn="just"/>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AJAX allows you to send and receive data asynchronously without reloading the web page. So it is fast.</a:t>
            </a:r>
          </a:p>
          <a:p>
            <a:pPr algn="just"/>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AJAX allows </a:t>
            </a:r>
            <a:r>
              <a:rPr lang="en-US" sz="2000">
                <a:solidFill>
                  <a:srgbClr val="C00000"/>
                </a:solidFill>
                <a:latin typeface="Times New Roman" panose="02020603050405020304" pitchFamily="18" charset="0"/>
                <a:cs typeface="Times New Roman" panose="02020603050405020304" pitchFamily="18" charset="0"/>
              </a:rPr>
              <a:t>web pages to be updated asynchronously </a:t>
            </a:r>
            <a:r>
              <a:rPr lang="en-US" sz="2000">
                <a:latin typeface="Times New Roman" panose="02020603050405020304" pitchFamily="18" charset="0"/>
                <a:cs typeface="Times New Roman" panose="02020603050405020304" pitchFamily="18" charset="0"/>
              </a:rPr>
              <a:t>by exchanging data with a web server behind the scenes. </a:t>
            </a:r>
          </a:p>
          <a:p>
            <a:pPr algn="just"/>
            <a:endParaRPr lang="en-US" sz="2000">
              <a:latin typeface="Times New Roman" panose="02020603050405020304" pitchFamily="18" charset="0"/>
              <a:cs typeface="Times New Roman" panose="02020603050405020304" pitchFamily="18" charset="0"/>
            </a:endParaRPr>
          </a:p>
          <a:p>
            <a:pPr algn="just"/>
            <a:r>
              <a:rPr lang="en-US" sz="2000">
                <a:latin typeface="Times New Roman" panose="02020603050405020304" pitchFamily="18" charset="0"/>
                <a:cs typeface="Times New Roman" panose="02020603050405020304" pitchFamily="18" charset="0"/>
              </a:rPr>
              <a:t>This means that it is possible to </a:t>
            </a:r>
            <a:r>
              <a:rPr lang="en-US" sz="2000">
                <a:solidFill>
                  <a:srgbClr val="C00000"/>
                </a:solidFill>
                <a:latin typeface="Times New Roman" panose="02020603050405020304" pitchFamily="18" charset="0"/>
                <a:cs typeface="Times New Roman" panose="02020603050405020304" pitchFamily="18" charset="0"/>
              </a:rPr>
              <a:t>update parts of a web page</a:t>
            </a:r>
            <a:r>
              <a:rPr lang="en-US" sz="2000">
                <a:latin typeface="Times New Roman" panose="02020603050405020304" pitchFamily="18" charset="0"/>
                <a:cs typeface="Times New Roman" panose="02020603050405020304" pitchFamily="18" charset="0"/>
              </a:rPr>
              <a:t>, without reloading the whole page.</a:t>
            </a:r>
          </a:p>
          <a:p>
            <a:pPr algn="just"/>
            <a:endParaRPr lang="en-US" sz="20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49</a:t>
            </a:fld>
            <a:endParaRPr lang="en-IN"/>
          </a:p>
        </p:txBody>
      </p:sp>
    </p:spTree>
    <p:extLst>
      <p:ext uri="{BB962C8B-B14F-4D97-AF65-F5344CB8AC3E}">
        <p14:creationId xmlns:p14="http://schemas.microsoft.com/office/powerpoint/2010/main" val="1305359420"/>
      </p:ext>
    </p:extLst>
  </p:cSld>
  <p:clrMapOvr>
    <a:masterClrMapping/>
  </p:clrMapOvr>
  <p:transition>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AJAX Works?</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5656" y="985292"/>
            <a:ext cx="6340697" cy="3610520"/>
          </a:xfrm>
        </p:spPr>
      </p:pic>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50</a:t>
            </a:fld>
            <a:endParaRPr lang="en-IN"/>
          </a:p>
        </p:txBody>
      </p:sp>
    </p:spTree>
    <p:extLst>
      <p:ext uri="{BB962C8B-B14F-4D97-AF65-F5344CB8AC3E}">
        <p14:creationId xmlns:p14="http://schemas.microsoft.com/office/powerpoint/2010/main" val="1327861914"/>
      </p:ext>
    </p:extLst>
  </p:cSld>
  <p:clrMapOvr>
    <a:masterClrMapping/>
  </p:clrMapOvr>
  <p:transition>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AJAX Works?</a:t>
            </a:r>
          </a:p>
        </p:txBody>
      </p:sp>
      <p:graphicFrame>
        <p:nvGraphicFramePr>
          <p:cNvPr id="8" name="Content Placeholder 7"/>
          <p:cNvGraphicFramePr>
            <a:graphicFrameLocks noGrp="1"/>
          </p:cNvGraphicFramePr>
          <p:nvPr>
            <p:ph idx="1"/>
          </p:nvPr>
        </p:nvGraphicFramePr>
        <p:xfrm>
          <a:off x="395536" y="1561356"/>
          <a:ext cx="8229600" cy="2966720"/>
        </p:xfrm>
        <a:graphic>
          <a:graphicData uri="http://schemas.openxmlformats.org/drawingml/2006/table">
            <a:tbl>
              <a:tblPr firstRow="1" bandRow="1">
                <a:tableStyleId>{F5AB1C69-6EDB-4FF4-983F-18BD219EF322}</a:tableStyleId>
              </a:tblPr>
              <a:tblGrid>
                <a:gridCol w="792088">
                  <a:extLst>
                    <a:ext uri="{9D8B030D-6E8A-4147-A177-3AD203B41FA5}">
                      <a16:colId xmlns:a16="http://schemas.microsoft.com/office/drawing/2014/main" xmlns="" val="20000"/>
                    </a:ext>
                  </a:extLst>
                </a:gridCol>
                <a:gridCol w="7437512">
                  <a:extLst>
                    <a:ext uri="{9D8B030D-6E8A-4147-A177-3AD203B41FA5}">
                      <a16:colId xmlns:a16="http://schemas.microsoft.com/office/drawing/2014/main" xmlns="" val="20001"/>
                    </a:ext>
                  </a:extLst>
                </a:gridCol>
              </a:tblGrid>
              <a:tr h="370840">
                <a:tc>
                  <a:txBody>
                    <a:bodyPr/>
                    <a:lstStyle/>
                    <a:p>
                      <a:r>
                        <a:rPr lang="en-US"/>
                        <a:t>Step</a:t>
                      </a:r>
                    </a:p>
                  </a:txBody>
                  <a:tcPr/>
                </a:tc>
                <a:tc>
                  <a:txBody>
                    <a:bodyPr/>
                    <a:lstStyle/>
                    <a:p>
                      <a:r>
                        <a:rPr lang="en-US"/>
                        <a:t>Process</a:t>
                      </a:r>
                    </a:p>
                  </a:txBody>
                  <a:tcPr/>
                </a:tc>
                <a:extLst>
                  <a:ext uri="{0D108BD9-81ED-4DB2-BD59-A6C34878D82A}">
                    <a16:rowId xmlns:a16="http://schemas.microsoft.com/office/drawing/2014/main" xmlns="" val="10000"/>
                  </a:ext>
                </a:extLst>
              </a:tr>
              <a:tr h="370840">
                <a:tc>
                  <a:txBody>
                    <a:bodyPr/>
                    <a:lstStyle/>
                    <a:p>
                      <a:pPr algn="ctr"/>
                      <a:r>
                        <a:rPr lang="en-US">
                          <a:latin typeface="Arial" pitchFamily="34" charset="0"/>
                          <a:cs typeface="Arial" pitchFamily="34" charset="0"/>
                        </a:rPr>
                        <a:t>1</a:t>
                      </a:r>
                    </a:p>
                  </a:txBody>
                  <a:tcPr/>
                </a:tc>
                <a:tc>
                  <a:txBody>
                    <a:bodyPr/>
                    <a:lstStyle/>
                    <a:p>
                      <a:r>
                        <a:rPr lang="en-US" sz="1800" kern="1200">
                          <a:effectLst/>
                          <a:latin typeface="Arial" pitchFamily="34" charset="0"/>
                          <a:cs typeface="Arial" pitchFamily="34" charset="0"/>
                        </a:rPr>
                        <a:t>An event occurs in a web page (the page is loaded, a button is clicked)</a:t>
                      </a:r>
                      <a:endParaRPr lang="en-US">
                        <a:latin typeface="Arial" pitchFamily="34" charset="0"/>
                        <a:cs typeface="Arial" pitchFamily="34" charset="0"/>
                      </a:endParaRPr>
                    </a:p>
                  </a:txBody>
                  <a:tcPr/>
                </a:tc>
                <a:extLst>
                  <a:ext uri="{0D108BD9-81ED-4DB2-BD59-A6C34878D82A}">
                    <a16:rowId xmlns:a16="http://schemas.microsoft.com/office/drawing/2014/main" xmlns="" val="10001"/>
                  </a:ext>
                </a:extLst>
              </a:tr>
              <a:tr h="370840">
                <a:tc>
                  <a:txBody>
                    <a:bodyPr/>
                    <a:lstStyle/>
                    <a:p>
                      <a:pPr algn="ctr"/>
                      <a:r>
                        <a:rPr lang="en-US">
                          <a:latin typeface="Arial" pitchFamily="34" charset="0"/>
                          <a:cs typeface="Arial" pitchFamily="34" charset="0"/>
                        </a:rPr>
                        <a:t>2</a:t>
                      </a:r>
                    </a:p>
                  </a:txBody>
                  <a:tcPr/>
                </a:tc>
                <a:tc>
                  <a:txBody>
                    <a:bodyPr/>
                    <a:lstStyle/>
                    <a:p>
                      <a:r>
                        <a:rPr lang="en-US" sz="1800" kern="1200">
                          <a:effectLst/>
                          <a:latin typeface="Arial" pitchFamily="34" charset="0"/>
                          <a:cs typeface="Arial" pitchFamily="34" charset="0"/>
                        </a:rPr>
                        <a:t>An </a:t>
                      </a:r>
                      <a:r>
                        <a:rPr lang="en-US" sz="1800" kern="1200" err="1">
                          <a:effectLst/>
                          <a:latin typeface="Arial" pitchFamily="34" charset="0"/>
                          <a:cs typeface="Arial" pitchFamily="34" charset="0"/>
                        </a:rPr>
                        <a:t>XMLHttpRequest</a:t>
                      </a:r>
                      <a:r>
                        <a:rPr lang="en-US" sz="1800" kern="1200">
                          <a:effectLst/>
                          <a:latin typeface="Arial" pitchFamily="34" charset="0"/>
                          <a:cs typeface="Arial" pitchFamily="34" charset="0"/>
                        </a:rPr>
                        <a:t> object is created by JavaScript</a:t>
                      </a:r>
                      <a:endParaRPr lang="en-US">
                        <a:latin typeface="Arial" pitchFamily="34" charset="0"/>
                        <a:cs typeface="Arial" pitchFamily="34" charset="0"/>
                      </a:endParaRPr>
                    </a:p>
                  </a:txBody>
                  <a:tcPr/>
                </a:tc>
                <a:extLst>
                  <a:ext uri="{0D108BD9-81ED-4DB2-BD59-A6C34878D82A}">
                    <a16:rowId xmlns:a16="http://schemas.microsoft.com/office/drawing/2014/main" xmlns="" val="10002"/>
                  </a:ext>
                </a:extLst>
              </a:tr>
              <a:tr h="370840">
                <a:tc>
                  <a:txBody>
                    <a:bodyPr/>
                    <a:lstStyle/>
                    <a:p>
                      <a:pPr algn="ctr"/>
                      <a:r>
                        <a:rPr lang="en-US">
                          <a:latin typeface="Arial" pitchFamily="34" charset="0"/>
                          <a:cs typeface="Arial" pitchFamily="34" charset="0"/>
                        </a:rPr>
                        <a:t>3</a:t>
                      </a:r>
                    </a:p>
                  </a:txBody>
                  <a:tcPr/>
                </a:tc>
                <a:tc>
                  <a:txBody>
                    <a:bodyPr/>
                    <a:lstStyle/>
                    <a:p>
                      <a:r>
                        <a:rPr lang="en-US" sz="1800" kern="1200">
                          <a:effectLst/>
                          <a:latin typeface="Arial" pitchFamily="34" charset="0"/>
                          <a:cs typeface="Arial" pitchFamily="34" charset="0"/>
                        </a:rPr>
                        <a:t>The </a:t>
                      </a:r>
                      <a:r>
                        <a:rPr lang="en-US" sz="1800" kern="1200" err="1">
                          <a:effectLst/>
                          <a:latin typeface="Arial" pitchFamily="34" charset="0"/>
                          <a:cs typeface="Arial" pitchFamily="34" charset="0"/>
                        </a:rPr>
                        <a:t>XMLHttpRequest</a:t>
                      </a:r>
                      <a:r>
                        <a:rPr lang="en-US" sz="1800" kern="1200">
                          <a:effectLst/>
                          <a:latin typeface="Arial" pitchFamily="34" charset="0"/>
                          <a:cs typeface="Arial" pitchFamily="34" charset="0"/>
                        </a:rPr>
                        <a:t> object sends a request to a web server</a:t>
                      </a:r>
                      <a:endParaRPr lang="en-US">
                        <a:latin typeface="Arial" pitchFamily="34" charset="0"/>
                        <a:cs typeface="Arial" pitchFamily="34" charset="0"/>
                      </a:endParaRPr>
                    </a:p>
                  </a:txBody>
                  <a:tcPr/>
                </a:tc>
                <a:extLst>
                  <a:ext uri="{0D108BD9-81ED-4DB2-BD59-A6C34878D82A}">
                    <a16:rowId xmlns:a16="http://schemas.microsoft.com/office/drawing/2014/main" xmlns="" val="10003"/>
                  </a:ext>
                </a:extLst>
              </a:tr>
              <a:tr h="370840">
                <a:tc>
                  <a:txBody>
                    <a:bodyPr/>
                    <a:lstStyle/>
                    <a:p>
                      <a:pPr algn="ctr"/>
                      <a:r>
                        <a:rPr lang="en-US">
                          <a:latin typeface="Arial" pitchFamily="34" charset="0"/>
                          <a:cs typeface="Arial" pitchFamily="34" charset="0"/>
                        </a:rPr>
                        <a:t>4</a:t>
                      </a:r>
                    </a:p>
                  </a:txBody>
                  <a:tcPr/>
                </a:tc>
                <a:tc>
                  <a:txBody>
                    <a:bodyPr/>
                    <a:lstStyle/>
                    <a:p>
                      <a:r>
                        <a:rPr lang="en-US" sz="1800" kern="1200">
                          <a:effectLst/>
                          <a:latin typeface="Arial" pitchFamily="34" charset="0"/>
                          <a:cs typeface="Arial" pitchFamily="34" charset="0"/>
                        </a:rPr>
                        <a:t>The server processes the request</a:t>
                      </a:r>
                      <a:endParaRPr lang="en-US">
                        <a:latin typeface="Arial" pitchFamily="34" charset="0"/>
                        <a:cs typeface="Arial" pitchFamily="34" charset="0"/>
                      </a:endParaRPr>
                    </a:p>
                  </a:txBody>
                  <a:tcPr/>
                </a:tc>
                <a:extLst>
                  <a:ext uri="{0D108BD9-81ED-4DB2-BD59-A6C34878D82A}">
                    <a16:rowId xmlns:a16="http://schemas.microsoft.com/office/drawing/2014/main" xmlns="" val="10004"/>
                  </a:ext>
                </a:extLst>
              </a:tr>
              <a:tr h="370840">
                <a:tc>
                  <a:txBody>
                    <a:bodyPr/>
                    <a:lstStyle/>
                    <a:p>
                      <a:pPr algn="ctr"/>
                      <a:r>
                        <a:rPr lang="en-US">
                          <a:latin typeface="Arial" pitchFamily="34" charset="0"/>
                          <a:cs typeface="Arial" pitchFamily="34" charset="0"/>
                        </a:rPr>
                        <a:t>5</a:t>
                      </a:r>
                    </a:p>
                  </a:txBody>
                  <a:tcPr/>
                </a:tc>
                <a:tc>
                  <a:txBody>
                    <a:bodyPr/>
                    <a:lstStyle/>
                    <a:p>
                      <a:r>
                        <a:rPr lang="en-US" sz="1800" kern="1200">
                          <a:effectLst/>
                          <a:latin typeface="Arial" pitchFamily="34" charset="0"/>
                          <a:cs typeface="Arial" pitchFamily="34" charset="0"/>
                        </a:rPr>
                        <a:t>The server sends a response back to the web page</a:t>
                      </a:r>
                      <a:endParaRPr lang="en-US">
                        <a:latin typeface="Arial" pitchFamily="34" charset="0"/>
                        <a:cs typeface="Arial" pitchFamily="34" charset="0"/>
                      </a:endParaRPr>
                    </a:p>
                  </a:txBody>
                  <a:tcPr/>
                </a:tc>
                <a:extLst>
                  <a:ext uri="{0D108BD9-81ED-4DB2-BD59-A6C34878D82A}">
                    <a16:rowId xmlns:a16="http://schemas.microsoft.com/office/drawing/2014/main" xmlns="" val="10005"/>
                  </a:ext>
                </a:extLst>
              </a:tr>
              <a:tr h="370840">
                <a:tc>
                  <a:txBody>
                    <a:bodyPr/>
                    <a:lstStyle/>
                    <a:p>
                      <a:pPr algn="ctr"/>
                      <a:r>
                        <a:rPr lang="en-US">
                          <a:latin typeface="Arial" pitchFamily="34" charset="0"/>
                          <a:cs typeface="Arial" pitchFamily="34" charset="0"/>
                        </a:rPr>
                        <a:t>6</a:t>
                      </a:r>
                    </a:p>
                  </a:txBody>
                  <a:tcPr/>
                </a:tc>
                <a:tc>
                  <a:txBody>
                    <a:bodyPr/>
                    <a:lstStyle/>
                    <a:p>
                      <a:r>
                        <a:rPr lang="en-US" sz="1800" kern="1200">
                          <a:effectLst/>
                          <a:latin typeface="Arial" pitchFamily="34" charset="0"/>
                          <a:cs typeface="Arial" pitchFamily="34" charset="0"/>
                        </a:rPr>
                        <a:t> The response is read by JavaScript</a:t>
                      </a:r>
                      <a:endParaRPr lang="en-US">
                        <a:latin typeface="Arial" pitchFamily="34" charset="0"/>
                        <a:cs typeface="Arial" pitchFamily="34" charset="0"/>
                      </a:endParaRPr>
                    </a:p>
                  </a:txBody>
                  <a:tcPr/>
                </a:tc>
                <a:extLst>
                  <a:ext uri="{0D108BD9-81ED-4DB2-BD59-A6C34878D82A}">
                    <a16:rowId xmlns:a16="http://schemas.microsoft.com/office/drawing/2014/main" xmlns="" val="10006"/>
                  </a:ext>
                </a:extLst>
              </a:tr>
              <a:tr h="370840">
                <a:tc>
                  <a:txBody>
                    <a:bodyPr/>
                    <a:lstStyle/>
                    <a:p>
                      <a:pPr algn="ctr"/>
                      <a:r>
                        <a:rPr lang="en-US">
                          <a:latin typeface="Arial" pitchFamily="34" charset="0"/>
                          <a:cs typeface="Arial" pitchFamily="34" charset="0"/>
                        </a:rPr>
                        <a:t>7</a:t>
                      </a:r>
                    </a:p>
                  </a:txBody>
                  <a:tcPr/>
                </a:tc>
                <a:tc>
                  <a:txBody>
                    <a:bodyPr/>
                    <a:lstStyle/>
                    <a:p>
                      <a:r>
                        <a:rPr lang="en-US" sz="1800" kern="1200">
                          <a:effectLst/>
                          <a:latin typeface="Arial" pitchFamily="34" charset="0"/>
                          <a:cs typeface="Arial" pitchFamily="34" charset="0"/>
                        </a:rPr>
                        <a:t>Proper action (like page update) is performed by JavaScript</a:t>
                      </a:r>
                      <a:endParaRPr lang="en-US">
                        <a:latin typeface="Arial" pitchFamily="34" charset="0"/>
                        <a:cs typeface="Arial" pitchFamily="34" charset="0"/>
                      </a:endParaRPr>
                    </a:p>
                  </a:txBody>
                  <a:tcPr/>
                </a:tc>
                <a:extLst>
                  <a:ext uri="{0D108BD9-81ED-4DB2-BD59-A6C34878D82A}">
                    <a16:rowId xmlns:a16="http://schemas.microsoft.com/office/drawing/2014/main" xmlns="" val="10007"/>
                  </a:ext>
                </a:extLst>
              </a:tr>
            </a:tbl>
          </a:graphicData>
        </a:graphic>
      </p:graphicFrame>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51</a:t>
            </a:fld>
            <a:endParaRPr lang="en-IN"/>
          </a:p>
        </p:txBody>
      </p:sp>
    </p:spTree>
    <p:extLst>
      <p:ext uri="{BB962C8B-B14F-4D97-AF65-F5344CB8AC3E}">
        <p14:creationId xmlns:p14="http://schemas.microsoft.com/office/powerpoint/2010/main" val="4250407108"/>
      </p:ext>
    </p:extLst>
  </p:cSld>
  <p:clrMapOvr>
    <a:masterClrMapping/>
  </p:clrMapOvr>
  <p:transition>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XMLHttpRequest</a:t>
            </a:r>
            <a:endParaRPr lang="en-US"/>
          </a:p>
        </p:txBody>
      </p:sp>
      <p:sp>
        <p:nvSpPr>
          <p:cNvPr id="3" name="Content Placeholder 2"/>
          <p:cNvSpPr>
            <a:spLocks noGrp="1"/>
          </p:cNvSpPr>
          <p:nvPr>
            <p:ph idx="1"/>
          </p:nvPr>
        </p:nvSpPr>
        <p:spPr/>
        <p:txBody>
          <a:bodyPr/>
          <a:lstStyle/>
          <a:p>
            <a:r>
              <a:rPr lang="en-US" b="1"/>
              <a:t>There are </a:t>
            </a:r>
            <a:r>
              <a:rPr lang="en-US" b="1">
                <a:solidFill>
                  <a:srgbClr val="C00000"/>
                </a:solidFill>
              </a:rPr>
              <a:t>two common methods </a:t>
            </a:r>
            <a:r>
              <a:rPr lang="en-US" b="1"/>
              <a:t>for sending HTTP requests:</a:t>
            </a:r>
          </a:p>
          <a:p>
            <a:pPr lvl="1"/>
            <a:r>
              <a:rPr lang="en-US" b="1">
                <a:solidFill>
                  <a:srgbClr val="C00000"/>
                </a:solidFill>
              </a:rPr>
              <a:t>GET - </a:t>
            </a:r>
            <a:r>
              <a:rPr lang="en-US" b="1"/>
              <a:t>used for most requests. The browser uses a GET method whenever it requests a new web page, CSS file, image, and so on. Use GET when you want to "get" something from the server.</a:t>
            </a:r>
          </a:p>
          <a:p>
            <a:pPr lvl="1"/>
            <a:r>
              <a:rPr lang="en-US" b="1">
                <a:solidFill>
                  <a:srgbClr val="C00000"/>
                </a:solidFill>
              </a:rPr>
              <a:t>POST </a:t>
            </a:r>
            <a:r>
              <a:rPr lang="en-US" b="1"/>
              <a:t>- frequently used with web forms to send data to the server. Use POST when sending data that will be stored, deleted or updated on the server.</a:t>
            </a:r>
          </a:p>
          <a:p>
            <a:r>
              <a:rPr lang="en-US" b="1"/>
              <a:t>You can send parameters with </a:t>
            </a:r>
            <a:r>
              <a:rPr lang="en-US" b="1">
                <a:solidFill>
                  <a:srgbClr val="C00000"/>
                </a:solidFill>
              </a:rPr>
              <a:t>GET in the URL, </a:t>
            </a:r>
            <a:r>
              <a:rPr lang="en-US" b="1"/>
              <a:t>and that's a benefit as well as the downside, as there's a limit to the </a:t>
            </a:r>
            <a:r>
              <a:rPr lang="en-US" b="1">
                <a:solidFill>
                  <a:srgbClr val="C00000"/>
                </a:solidFill>
              </a:rPr>
              <a:t>length of the parameters </a:t>
            </a:r>
            <a:r>
              <a:rPr lang="en-US" b="1"/>
              <a:t>in a GET request, as well as there's a </a:t>
            </a:r>
            <a:r>
              <a:rPr lang="en-US" b="1">
                <a:solidFill>
                  <a:srgbClr val="C00000"/>
                </a:solidFill>
              </a:rPr>
              <a:t>security issue</a:t>
            </a:r>
            <a:r>
              <a:rPr lang="en-US" b="1"/>
              <a:t>. </a:t>
            </a:r>
          </a:p>
          <a:p>
            <a:r>
              <a:rPr lang="en-US" b="1"/>
              <a:t>With </a:t>
            </a:r>
            <a:r>
              <a:rPr lang="en-US" b="1">
                <a:solidFill>
                  <a:srgbClr val="C00000"/>
                </a:solidFill>
              </a:rPr>
              <a:t>POST </a:t>
            </a:r>
            <a:r>
              <a:rPr lang="en-US" b="1"/>
              <a:t>you can send way </a:t>
            </a:r>
            <a:r>
              <a:rPr lang="en-US" b="1">
                <a:solidFill>
                  <a:srgbClr val="C00000"/>
                </a:solidFill>
              </a:rPr>
              <a:t>more data, and in a secure way.</a:t>
            </a:r>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52</a:t>
            </a:fld>
            <a:endParaRPr lang="en-IN"/>
          </a:p>
        </p:txBody>
      </p:sp>
    </p:spTree>
    <p:extLst>
      <p:ext uri="{BB962C8B-B14F-4D97-AF65-F5344CB8AC3E}">
        <p14:creationId xmlns:p14="http://schemas.microsoft.com/office/powerpoint/2010/main" val="3272431070"/>
      </p:ext>
    </p:extLst>
  </p:cSld>
  <p:clrMapOvr>
    <a:masterClrMapping/>
  </p:clrMapOvr>
  <p:transition>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XMLHttpRequest</a:t>
            </a:r>
            <a:endParaRPr lang="en-US"/>
          </a:p>
        </p:txBody>
      </p:sp>
      <p:sp>
        <p:nvSpPr>
          <p:cNvPr id="3" name="Content Placeholder 2"/>
          <p:cNvSpPr>
            <a:spLocks noGrp="1"/>
          </p:cNvSpPr>
          <p:nvPr>
            <p:ph idx="1"/>
          </p:nvPr>
        </p:nvSpPr>
        <p:spPr/>
        <p:txBody>
          <a:bodyPr/>
          <a:lstStyle/>
          <a:p>
            <a:endParaRPr lang="en-US" b="1">
              <a:solidFill>
                <a:srgbClr val="C00000"/>
              </a:solidFill>
            </a:endParaRPr>
          </a:p>
          <a:p>
            <a:r>
              <a:rPr lang="en-US" b="1">
                <a:solidFill>
                  <a:srgbClr val="C00000"/>
                </a:solidFill>
              </a:rPr>
              <a:t>All modern browsers </a:t>
            </a:r>
            <a:r>
              <a:rPr lang="en-US" b="1"/>
              <a:t>(Chrome, Firefox, IE7+, Edge, Safari Opera) have a built-in </a:t>
            </a:r>
            <a:r>
              <a:rPr lang="en-US" b="1" err="1"/>
              <a:t>XMLHttpRequest</a:t>
            </a:r>
            <a:r>
              <a:rPr lang="en-US" b="1"/>
              <a:t> object.</a:t>
            </a:r>
          </a:p>
          <a:p>
            <a:r>
              <a:rPr lang="en-US" b="1">
                <a:solidFill>
                  <a:srgbClr val="C00000"/>
                </a:solidFill>
              </a:rPr>
              <a:t>Syntax</a:t>
            </a:r>
            <a:r>
              <a:rPr lang="en-US" b="1"/>
              <a:t> for creating an </a:t>
            </a:r>
            <a:r>
              <a:rPr lang="en-US" b="1" err="1"/>
              <a:t>XMLHttpRequest</a:t>
            </a:r>
            <a:r>
              <a:rPr lang="en-US" b="1"/>
              <a:t> object:</a:t>
            </a:r>
          </a:p>
          <a:p>
            <a:pPr marL="0" indent="0">
              <a:buNone/>
            </a:pPr>
            <a:r>
              <a:rPr lang="en-US" b="1" i="1"/>
              <a:t>		</a:t>
            </a:r>
            <a:r>
              <a:rPr lang="en-US" b="1" i="1">
                <a:solidFill>
                  <a:srgbClr val="0070C0"/>
                </a:solidFill>
              </a:rPr>
              <a:t>variable </a:t>
            </a:r>
            <a:r>
              <a:rPr lang="en-US" b="1">
                <a:solidFill>
                  <a:srgbClr val="0070C0"/>
                </a:solidFill>
              </a:rPr>
              <a:t>= new </a:t>
            </a:r>
            <a:r>
              <a:rPr lang="en-US" b="1" err="1">
                <a:solidFill>
                  <a:srgbClr val="0070C0"/>
                </a:solidFill>
              </a:rPr>
              <a:t>XMLHttpRequest</a:t>
            </a:r>
            <a:r>
              <a:rPr lang="en-US" b="1">
                <a:solidFill>
                  <a:srgbClr val="0070C0"/>
                </a:solidFill>
              </a:rPr>
              <a:t>();</a:t>
            </a:r>
          </a:p>
          <a:p>
            <a:pPr marL="0" indent="0">
              <a:buNone/>
            </a:pPr>
            <a:endParaRPr lang="en-US" b="1">
              <a:solidFill>
                <a:srgbClr val="0070C0"/>
              </a:solidFill>
            </a:endParaRPr>
          </a:p>
          <a:p>
            <a:pPr marL="1714500" lvl="4" indent="0">
              <a:buNone/>
            </a:pPr>
            <a:r>
              <a:rPr lang="en-US" b="1">
                <a:solidFill>
                  <a:srgbClr val="0070C0"/>
                </a:solidFill>
              </a:rPr>
              <a:t>if (</a:t>
            </a:r>
            <a:r>
              <a:rPr lang="en-US" b="1" err="1">
                <a:solidFill>
                  <a:srgbClr val="0070C0"/>
                </a:solidFill>
              </a:rPr>
              <a:t>window.XMLHttpRequest</a:t>
            </a:r>
            <a:r>
              <a:rPr lang="en-US" b="1">
                <a:solidFill>
                  <a:srgbClr val="0070C0"/>
                </a:solidFill>
              </a:rPr>
              <a:t>) {</a:t>
            </a:r>
            <a:br>
              <a:rPr lang="en-US" b="1">
                <a:solidFill>
                  <a:srgbClr val="0070C0"/>
                </a:solidFill>
              </a:rPr>
            </a:br>
            <a:r>
              <a:rPr lang="en-US" b="1">
                <a:solidFill>
                  <a:srgbClr val="0070C0"/>
                </a:solidFill>
              </a:rPr>
              <a:t>    // code for modern browsers</a:t>
            </a:r>
            <a:br>
              <a:rPr lang="en-US" b="1">
                <a:solidFill>
                  <a:srgbClr val="0070C0"/>
                </a:solidFill>
              </a:rPr>
            </a:br>
            <a:r>
              <a:rPr lang="en-US" b="1">
                <a:solidFill>
                  <a:srgbClr val="0070C0"/>
                </a:solidFill>
              </a:rPr>
              <a:t>    </a:t>
            </a:r>
            <a:r>
              <a:rPr lang="en-US" b="1" err="1">
                <a:solidFill>
                  <a:srgbClr val="0070C0"/>
                </a:solidFill>
              </a:rPr>
              <a:t>xmlhttp</a:t>
            </a:r>
            <a:r>
              <a:rPr lang="en-US" b="1">
                <a:solidFill>
                  <a:srgbClr val="0070C0"/>
                </a:solidFill>
              </a:rPr>
              <a:t> = new </a:t>
            </a:r>
            <a:r>
              <a:rPr lang="en-US" b="1" err="1">
                <a:solidFill>
                  <a:srgbClr val="0070C0"/>
                </a:solidFill>
              </a:rPr>
              <a:t>XMLHttpRequest</a:t>
            </a:r>
            <a:r>
              <a:rPr lang="en-US" b="1">
                <a:solidFill>
                  <a:srgbClr val="0070C0"/>
                </a:solidFill>
              </a:rPr>
              <a:t>();</a:t>
            </a:r>
            <a:br>
              <a:rPr lang="en-US" b="1">
                <a:solidFill>
                  <a:srgbClr val="0070C0"/>
                </a:solidFill>
              </a:rPr>
            </a:br>
            <a:r>
              <a:rPr lang="en-US" b="1">
                <a:solidFill>
                  <a:srgbClr val="0070C0"/>
                </a:solidFill>
              </a:rPr>
              <a:t> } else {</a:t>
            </a:r>
            <a:br>
              <a:rPr lang="en-US" b="1">
                <a:solidFill>
                  <a:srgbClr val="0070C0"/>
                </a:solidFill>
              </a:rPr>
            </a:br>
            <a:r>
              <a:rPr lang="en-US" b="1">
                <a:solidFill>
                  <a:srgbClr val="0070C0"/>
                </a:solidFill>
              </a:rPr>
              <a:t>    // code for old IE browsers</a:t>
            </a:r>
            <a:br>
              <a:rPr lang="en-US" b="1">
                <a:solidFill>
                  <a:srgbClr val="0070C0"/>
                </a:solidFill>
              </a:rPr>
            </a:br>
            <a:r>
              <a:rPr lang="en-US" b="1">
                <a:solidFill>
                  <a:srgbClr val="0070C0"/>
                </a:solidFill>
              </a:rPr>
              <a:t>    </a:t>
            </a:r>
            <a:r>
              <a:rPr lang="en-US" b="1" err="1">
                <a:solidFill>
                  <a:srgbClr val="0070C0"/>
                </a:solidFill>
              </a:rPr>
              <a:t>xmlhttp</a:t>
            </a:r>
            <a:r>
              <a:rPr lang="en-US" b="1">
                <a:solidFill>
                  <a:srgbClr val="0070C0"/>
                </a:solidFill>
              </a:rPr>
              <a:t> = new </a:t>
            </a:r>
            <a:r>
              <a:rPr lang="en-US" b="1" err="1">
                <a:solidFill>
                  <a:srgbClr val="0070C0"/>
                </a:solidFill>
              </a:rPr>
              <a:t>ActiveXObject</a:t>
            </a:r>
            <a:r>
              <a:rPr lang="en-US" b="1">
                <a:solidFill>
                  <a:srgbClr val="0070C0"/>
                </a:solidFill>
              </a:rPr>
              <a:t>("</a:t>
            </a:r>
            <a:r>
              <a:rPr lang="en-US" b="1" err="1">
                <a:solidFill>
                  <a:srgbClr val="0070C0"/>
                </a:solidFill>
              </a:rPr>
              <a:t>Microsoft.XMLHTTP</a:t>
            </a:r>
            <a:r>
              <a:rPr lang="en-US" b="1">
                <a:solidFill>
                  <a:srgbClr val="0070C0"/>
                </a:solidFill>
              </a:rPr>
              <a:t>");</a:t>
            </a:r>
            <a:br>
              <a:rPr lang="en-US" b="1">
                <a:solidFill>
                  <a:srgbClr val="0070C0"/>
                </a:solidFill>
              </a:rPr>
            </a:br>
            <a:r>
              <a:rPr lang="en-US" b="1">
                <a:solidFill>
                  <a:srgbClr val="0070C0"/>
                </a:solidFill>
              </a:rPr>
              <a:t>}</a:t>
            </a:r>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53</a:t>
            </a:fld>
            <a:endParaRPr lang="en-IN"/>
          </a:p>
        </p:txBody>
      </p:sp>
    </p:spTree>
    <p:extLst>
      <p:ext uri="{BB962C8B-B14F-4D97-AF65-F5344CB8AC3E}">
        <p14:creationId xmlns:p14="http://schemas.microsoft.com/office/powerpoint/2010/main" val="144532573"/>
      </p:ext>
    </p:extLst>
  </p:cSld>
  <p:clrMapOvr>
    <a:masterClrMapping/>
  </p:clrMapOvr>
  <p:transition>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XMLHttpRequest</a:t>
            </a:r>
            <a:r>
              <a:rPr lang="en-US"/>
              <a:t> Methods</a:t>
            </a:r>
          </a:p>
        </p:txBody>
      </p:sp>
      <p:graphicFrame>
        <p:nvGraphicFramePr>
          <p:cNvPr id="7" name="Content Placeholder 6"/>
          <p:cNvGraphicFramePr>
            <a:graphicFrameLocks noGrp="1"/>
          </p:cNvGraphicFramePr>
          <p:nvPr>
            <p:ph idx="1"/>
          </p:nvPr>
        </p:nvGraphicFramePr>
        <p:xfrm>
          <a:off x="539552" y="958872"/>
          <a:ext cx="8064895" cy="3986860"/>
        </p:xfrm>
        <a:graphic>
          <a:graphicData uri="http://schemas.openxmlformats.org/drawingml/2006/table">
            <a:tbl>
              <a:tblPr/>
              <a:tblGrid>
                <a:gridCol w="3240360">
                  <a:extLst>
                    <a:ext uri="{9D8B030D-6E8A-4147-A177-3AD203B41FA5}">
                      <a16:colId xmlns:a16="http://schemas.microsoft.com/office/drawing/2014/main" xmlns="" val="20000"/>
                    </a:ext>
                  </a:extLst>
                </a:gridCol>
                <a:gridCol w="4824535">
                  <a:extLst>
                    <a:ext uri="{9D8B030D-6E8A-4147-A177-3AD203B41FA5}">
                      <a16:colId xmlns:a16="http://schemas.microsoft.com/office/drawing/2014/main" xmlns="" val="20001"/>
                    </a:ext>
                  </a:extLst>
                </a:gridCol>
              </a:tblGrid>
              <a:tr h="216025">
                <a:tc>
                  <a:txBody>
                    <a:bodyPr/>
                    <a:lstStyle/>
                    <a:p>
                      <a:pPr algn="l" fontAlgn="t"/>
                      <a:r>
                        <a:rPr lang="en-US" sz="1800">
                          <a:effectLst/>
                        </a:rPr>
                        <a:t>Method</a:t>
                      </a:r>
                    </a:p>
                  </a:txBody>
                  <a:tcPr marL="103669"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Description</a:t>
                      </a:r>
                    </a:p>
                  </a:txBody>
                  <a:tcPr marL="51834"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282495">
                <a:tc>
                  <a:txBody>
                    <a:bodyPr/>
                    <a:lstStyle/>
                    <a:p>
                      <a:pPr algn="l" fontAlgn="t"/>
                      <a:r>
                        <a:rPr lang="en-US" sz="1800">
                          <a:effectLst/>
                        </a:rPr>
                        <a:t>new XMLHttpRequest()</a:t>
                      </a:r>
                    </a:p>
                  </a:txBody>
                  <a:tcPr marL="103669"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effectLst/>
                        </a:rPr>
                        <a:t>Creates a new XMLHttpRequest object</a:t>
                      </a:r>
                    </a:p>
                  </a:txBody>
                  <a:tcPr marL="51834"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xmlns="" val="10001"/>
                  </a:ext>
                </a:extLst>
              </a:tr>
              <a:tr h="282495">
                <a:tc>
                  <a:txBody>
                    <a:bodyPr/>
                    <a:lstStyle/>
                    <a:p>
                      <a:pPr algn="l" fontAlgn="t"/>
                      <a:r>
                        <a:rPr lang="en-US" sz="1800">
                          <a:effectLst/>
                        </a:rPr>
                        <a:t>abort()</a:t>
                      </a:r>
                    </a:p>
                  </a:txBody>
                  <a:tcPr marL="103669"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Cancels the current request</a:t>
                      </a:r>
                    </a:p>
                  </a:txBody>
                  <a:tcPr marL="51834"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282495">
                <a:tc>
                  <a:txBody>
                    <a:bodyPr/>
                    <a:lstStyle/>
                    <a:p>
                      <a:pPr algn="l" fontAlgn="t"/>
                      <a:r>
                        <a:rPr lang="en-US" sz="1800">
                          <a:effectLst/>
                        </a:rPr>
                        <a:t>getAllResponseHeaders()</a:t>
                      </a:r>
                    </a:p>
                  </a:txBody>
                  <a:tcPr marL="103669"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effectLst/>
                        </a:rPr>
                        <a:t>Returns header information</a:t>
                      </a:r>
                    </a:p>
                  </a:txBody>
                  <a:tcPr marL="51834"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xmlns="" val="10003"/>
                  </a:ext>
                </a:extLst>
              </a:tr>
              <a:tr h="282495">
                <a:tc>
                  <a:txBody>
                    <a:bodyPr/>
                    <a:lstStyle/>
                    <a:p>
                      <a:pPr algn="l" fontAlgn="t"/>
                      <a:r>
                        <a:rPr lang="en-US" sz="1800">
                          <a:effectLst/>
                        </a:rPr>
                        <a:t>getResponseHeader()</a:t>
                      </a:r>
                    </a:p>
                  </a:txBody>
                  <a:tcPr marL="103669"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Returns specific header information</a:t>
                      </a:r>
                    </a:p>
                  </a:txBody>
                  <a:tcPr marL="51834"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r h="414316">
                <a:tc>
                  <a:txBody>
                    <a:bodyPr/>
                    <a:lstStyle/>
                    <a:p>
                      <a:pPr algn="l" fontAlgn="t"/>
                      <a:r>
                        <a:rPr lang="en-US" sz="1800">
                          <a:effectLst/>
                        </a:rPr>
                        <a:t>open(</a:t>
                      </a:r>
                      <a:r>
                        <a:rPr lang="en-US" sz="1800" i="1">
                          <a:effectLst/>
                        </a:rPr>
                        <a:t>method,url,async,user,psw</a:t>
                      </a:r>
                      <a:r>
                        <a:rPr lang="en-US" sz="1800">
                          <a:effectLst/>
                        </a:rPr>
                        <a:t>)</a:t>
                      </a:r>
                    </a:p>
                  </a:txBody>
                  <a:tcPr marL="103669"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effectLst/>
                        </a:rPr>
                        <a:t>Specifies the request</a:t>
                      </a:r>
                    </a:p>
                  </a:txBody>
                  <a:tcPr marL="51834"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xmlns="" val="10005"/>
                  </a:ext>
                </a:extLst>
              </a:tr>
              <a:tr h="462788">
                <a:tc>
                  <a:txBody>
                    <a:bodyPr/>
                    <a:lstStyle/>
                    <a:p>
                      <a:pPr algn="l" fontAlgn="t"/>
                      <a:r>
                        <a:rPr lang="en-US" sz="1800">
                          <a:effectLst/>
                        </a:rPr>
                        <a:t>send()</a:t>
                      </a:r>
                    </a:p>
                  </a:txBody>
                  <a:tcPr marL="103669"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Sends the request to the server</a:t>
                      </a:r>
                      <a:br>
                        <a:rPr lang="en-US" sz="1800">
                          <a:effectLst/>
                        </a:rPr>
                      </a:br>
                      <a:r>
                        <a:rPr lang="en-US" sz="1800">
                          <a:effectLst/>
                        </a:rPr>
                        <a:t>Used for GET requests</a:t>
                      </a:r>
                    </a:p>
                  </a:txBody>
                  <a:tcPr marL="51834"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006"/>
                  </a:ext>
                </a:extLst>
              </a:tr>
              <a:tr h="462788">
                <a:tc>
                  <a:txBody>
                    <a:bodyPr/>
                    <a:lstStyle/>
                    <a:p>
                      <a:pPr algn="l" fontAlgn="t"/>
                      <a:r>
                        <a:rPr lang="en-US" sz="1800">
                          <a:effectLst/>
                        </a:rPr>
                        <a:t>send(</a:t>
                      </a:r>
                      <a:r>
                        <a:rPr lang="en-US" sz="1800" i="1">
                          <a:effectLst/>
                        </a:rPr>
                        <a:t>string</a:t>
                      </a:r>
                      <a:r>
                        <a:rPr lang="en-US" sz="1800">
                          <a:effectLst/>
                        </a:rPr>
                        <a:t>)</a:t>
                      </a:r>
                    </a:p>
                  </a:txBody>
                  <a:tcPr marL="103669"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effectLst/>
                        </a:rPr>
                        <a:t>Sends the request to the server.</a:t>
                      </a:r>
                      <a:br>
                        <a:rPr lang="en-US" sz="1800">
                          <a:effectLst/>
                        </a:rPr>
                      </a:br>
                      <a:r>
                        <a:rPr lang="en-US" sz="1800">
                          <a:effectLst/>
                        </a:rPr>
                        <a:t>Used for POST requests</a:t>
                      </a:r>
                    </a:p>
                  </a:txBody>
                  <a:tcPr marL="51834"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xmlns="" val="10007"/>
                  </a:ext>
                </a:extLst>
              </a:tr>
              <a:tr h="282495">
                <a:tc>
                  <a:txBody>
                    <a:bodyPr/>
                    <a:lstStyle/>
                    <a:p>
                      <a:pPr algn="l" fontAlgn="t"/>
                      <a:r>
                        <a:rPr lang="en-US" sz="1800">
                          <a:effectLst/>
                        </a:rPr>
                        <a:t>setRequestHeader()</a:t>
                      </a:r>
                    </a:p>
                  </a:txBody>
                  <a:tcPr marL="103669"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a:effectLst/>
                        </a:rPr>
                        <a:t>Adds a label/value pair to the header to be sent</a:t>
                      </a:r>
                    </a:p>
                  </a:txBody>
                  <a:tcPr marL="51834" marR="51834" marT="51834" marB="5183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10008"/>
                  </a:ext>
                </a:extLst>
              </a:tr>
            </a:tbl>
          </a:graphicData>
        </a:graphic>
      </p:graphicFrame>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54</a:t>
            </a:fld>
            <a:endParaRPr lang="en-IN"/>
          </a:p>
        </p:txBody>
      </p:sp>
    </p:spTree>
    <p:extLst>
      <p:ext uri="{BB962C8B-B14F-4D97-AF65-F5344CB8AC3E}">
        <p14:creationId xmlns:p14="http://schemas.microsoft.com/office/powerpoint/2010/main" val="3817969980"/>
      </p:ext>
    </p:extLst>
  </p:cSld>
  <p:clrMapOvr>
    <a:masterClrMapping/>
  </p:clrMapOvr>
  <p:transition>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XMLHttpRequest</a:t>
            </a:r>
            <a:r>
              <a:rPr lang="en-US"/>
              <a:t> Properties</a:t>
            </a:r>
          </a:p>
        </p:txBody>
      </p:sp>
      <p:graphicFrame>
        <p:nvGraphicFramePr>
          <p:cNvPr id="7" name="Content Placeholder 6"/>
          <p:cNvGraphicFramePr>
            <a:graphicFrameLocks noGrp="1"/>
          </p:cNvGraphicFramePr>
          <p:nvPr>
            <p:ph idx="1"/>
          </p:nvPr>
        </p:nvGraphicFramePr>
        <p:xfrm>
          <a:off x="611560" y="697260"/>
          <a:ext cx="8136904" cy="4604754"/>
        </p:xfrm>
        <a:graphic>
          <a:graphicData uri="http://schemas.openxmlformats.org/drawingml/2006/table">
            <a:tbl>
              <a:tblPr/>
              <a:tblGrid>
                <a:gridCol w="2082917">
                  <a:extLst>
                    <a:ext uri="{9D8B030D-6E8A-4147-A177-3AD203B41FA5}">
                      <a16:colId xmlns:a16="http://schemas.microsoft.com/office/drawing/2014/main" xmlns="" val="20000"/>
                    </a:ext>
                  </a:extLst>
                </a:gridCol>
                <a:gridCol w="6053987">
                  <a:extLst>
                    <a:ext uri="{9D8B030D-6E8A-4147-A177-3AD203B41FA5}">
                      <a16:colId xmlns:a16="http://schemas.microsoft.com/office/drawing/2014/main" xmlns="" val="20001"/>
                    </a:ext>
                  </a:extLst>
                </a:gridCol>
              </a:tblGrid>
              <a:tr h="299778">
                <a:tc>
                  <a:txBody>
                    <a:bodyPr/>
                    <a:lstStyle/>
                    <a:p>
                      <a:pPr algn="l" fontAlgn="t"/>
                      <a:r>
                        <a:rPr lang="en-US" sz="1800">
                          <a:effectLst/>
                        </a:rPr>
                        <a:t>Property</a:t>
                      </a:r>
                    </a:p>
                  </a:txBody>
                  <a:tcPr marL="109183"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Description</a:t>
                      </a:r>
                    </a:p>
                  </a:txBody>
                  <a:tcPr marL="54591"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480594">
                <a:tc>
                  <a:txBody>
                    <a:bodyPr/>
                    <a:lstStyle/>
                    <a:p>
                      <a:pPr algn="l" fontAlgn="t"/>
                      <a:r>
                        <a:rPr lang="en-US" sz="1800" err="1">
                          <a:effectLst/>
                        </a:rPr>
                        <a:t>onreadystatechange</a:t>
                      </a:r>
                      <a:endParaRPr lang="en-US" sz="1800">
                        <a:effectLst/>
                      </a:endParaRPr>
                    </a:p>
                  </a:txBody>
                  <a:tcPr marL="109183"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effectLst/>
                        </a:rPr>
                        <a:t>Defines a function to be called when the readyState property changes</a:t>
                      </a:r>
                    </a:p>
                  </a:txBody>
                  <a:tcPr marL="54591"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xmlns="" val="10001"/>
                  </a:ext>
                </a:extLst>
              </a:tr>
              <a:tr h="1266123">
                <a:tc>
                  <a:txBody>
                    <a:bodyPr/>
                    <a:lstStyle/>
                    <a:p>
                      <a:pPr algn="l" fontAlgn="t"/>
                      <a:r>
                        <a:rPr lang="en-US" sz="1800" err="1">
                          <a:effectLst/>
                        </a:rPr>
                        <a:t>readyState</a:t>
                      </a:r>
                      <a:endParaRPr lang="en-US" sz="1800">
                        <a:effectLst/>
                      </a:endParaRPr>
                    </a:p>
                  </a:txBody>
                  <a:tcPr marL="109183"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Holds the status of the </a:t>
                      </a:r>
                      <a:r>
                        <a:rPr lang="en-US" sz="1800" err="1">
                          <a:effectLst/>
                        </a:rPr>
                        <a:t>XMLHttpRequest</a:t>
                      </a:r>
                      <a:r>
                        <a:rPr lang="en-US" sz="1800">
                          <a:effectLst/>
                        </a:rPr>
                        <a:t>.</a:t>
                      </a:r>
                      <a:br>
                        <a:rPr lang="en-US" sz="1800">
                          <a:effectLst/>
                        </a:rPr>
                      </a:br>
                      <a:r>
                        <a:rPr lang="en-US" sz="1800">
                          <a:effectLst/>
                        </a:rPr>
                        <a:t>0: request not initialized</a:t>
                      </a:r>
                      <a:br>
                        <a:rPr lang="en-US" sz="1800">
                          <a:effectLst/>
                        </a:rPr>
                      </a:br>
                      <a:r>
                        <a:rPr lang="en-US" sz="1800">
                          <a:effectLst/>
                        </a:rPr>
                        <a:t>1: server connection established</a:t>
                      </a:r>
                      <a:br>
                        <a:rPr lang="en-US" sz="1800">
                          <a:effectLst/>
                        </a:rPr>
                      </a:br>
                      <a:r>
                        <a:rPr lang="en-US" sz="1800">
                          <a:effectLst/>
                        </a:rPr>
                        <a:t>2: request received</a:t>
                      </a:r>
                      <a:br>
                        <a:rPr lang="en-US" sz="1800">
                          <a:effectLst/>
                        </a:rPr>
                      </a:br>
                      <a:r>
                        <a:rPr lang="en-US" sz="1800">
                          <a:effectLst/>
                        </a:rPr>
                        <a:t>3: processing request</a:t>
                      </a:r>
                      <a:br>
                        <a:rPr lang="en-US" sz="1800">
                          <a:effectLst/>
                        </a:rPr>
                      </a:br>
                      <a:r>
                        <a:rPr lang="en-US" sz="1800">
                          <a:effectLst/>
                        </a:rPr>
                        <a:t>4: request finished and response is ready</a:t>
                      </a:r>
                    </a:p>
                  </a:txBody>
                  <a:tcPr marL="54591"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299778">
                <a:tc>
                  <a:txBody>
                    <a:bodyPr/>
                    <a:lstStyle/>
                    <a:p>
                      <a:pPr algn="l" fontAlgn="t"/>
                      <a:r>
                        <a:rPr lang="en-US" sz="1800">
                          <a:effectLst/>
                        </a:rPr>
                        <a:t>responseText</a:t>
                      </a:r>
                    </a:p>
                  </a:txBody>
                  <a:tcPr marL="109183"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effectLst/>
                        </a:rPr>
                        <a:t>Returns the response data as a string</a:t>
                      </a:r>
                    </a:p>
                  </a:txBody>
                  <a:tcPr marL="54591"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xmlns="" val="10003"/>
                  </a:ext>
                </a:extLst>
              </a:tr>
              <a:tr h="299778">
                <a:tc>
                  <a:txBody>
                    <a:bodyPr/>
                    <a:lstStyle/>
                    <a:p>
                      <a:pPr algn="l" fontAlgn="t"/>
                      <a:r>
                        <a:rPr lang="en-US" sz="1800">
                          <a:effectLst/>
                        </a:rPr>
                        <a:t>responseXML</a:t>
                      </a:r>
                    </a:p>
                  </a:txBody>
                  <a:tcPr marL="109183"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a:effectLst/>
                        </a:rPr>
                        <a:t>Returns the response data as XML data</a:t>
                      </a:r>
                    </a:p>
                  </a:txBody>
                  <a:tcPr marL="54591"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r h="611720">
                <a:tc>
                  <a:txBody>
                    <a:bodyPr/>
                    <a:lstStyle/>
                    <a:p>
                      <a:pPr algn="l" fontAlgn="t"/>
                      <a:r>
                        <a:rPr lang="en-US" sz="1800">
                          <a:effectLst/>
                        </a:rPr>
                        <a:t>status</a:t>
                      </a:r>
                    </a:p>
                  </a:txBody>
                  <a:tcPr marL="109183"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800">
                          <a:effectLst/>
                        </a:rPr>
                        <a:t>Returns the status-number of a request</a:t>
                      </a:r>
                      <a:br>
                        <a:rPr lang="en-US" sz="1800">
                          <a:effectLst/>
                        </a:rPr>
                      </a:br>
                      <a:r>
                        <a:rPr lang="en-US" sz="1800">
                          <a:effectLst/>
                        </a:rPr>
                        <a:t>200: "OK“ 403: "Forbidden“ 404: "Not Found"</a:t>
                      </a:r>
                    </a:p>
                  </a:txBody>
                  <a:tcPr marL="54591"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xmlns="" val="10005"/>
                  </a:ext>
                </a:extLst>
              </a:tr>
              <a:tr h="299778">
                <a:tc>
                  <a:txBody>
                    <a:bodyPr/>
                    <a:lstStyle/>
                    <a:p>
                      <a:pPr algn="l" fontAlgn="t"/>
                      <a:r>
                        <a:rPr lang="en-US" sz="1800">
                          <a:effectLst/>
                        </a:rPr>
                        <a:t>statusText</a:t>
                      </a:r>
                    </a:p>
                  </a:txBody>
                  <a:tcPr marL="109183"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a:effectLst/>
                        </a:rPr>
                        <a:t>Returns the status-text (e.g. "OK" or "Not Found")</a:t>
                      </a:r>
                    </a:p>
                  </a:txBody>
                  <a:tcPr marL="54591" marR="54591" marT="54591" marB="54591">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xmlns="" val="10006"/>
                  </a:ext>
                </a:extLst>
              </a:tr>
            </a:tbl>
          </a:graphicData>
        </a:graphic>
      </p:graphicFrame>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55</a:t>
            </a:fld>
            <a:endParaRPr lang="en-IN"/>
          </a:p>
        </p:txBody>
      </p:sp>
    </p:spTree>
    <p:extLst>
      <p:ext uri="{BB962C8B-B14F-4D97-AF65-F5344CB8AC3E}">
        <p14:creationId xmlns:p14="http://schemas.microsoft.com/office/powerpoint/2010/main" val="1346874897"/>
      </p:ext>
    </p:extLst>
  </p:cSld>
  <p:clrMapOvr>
    <a:masterClrMapping/>
  </p:clrMapOvr>
  <p:transition>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XML</a:t>
            </a:r>
          </a:p>
        </p:txBody>
      </p:sp>
      <p:sp>
        <p:nvSpPr>
          <p:cNvPr id="3" name="Content Placeholder 2"/>
          <p:cNvSpPr>
            <a:spLocks noGrp="1"/>
          </p:cNvSpPr>
          <p:nvPr>
            <p:ph idx="1"/>
          </p:nvPr>
        </p:nvSpPr>
        <p:spPr/>
        <p:txBody>
          <a:bodyPr/>
          <a:lstStyle/>
          <a:p>
            <a:pPr algn="just"/>
            <a:r>
              <a:rPr lang="en-IN" sz="2000" b="1">
                <a:latin typeface="Times New Roman" panose="02020603050405020304" pitchFamily="18" charset="0"/>
                <a:cs typeface="Times New Roman" panose="02020603050405020304" pitchFamily="18" charset="0"/>
              </a:rPr>
              <a:t>Xml</a:t>
            </a:r>
            <a:r>
              <a:rPr lang="en-IN" sz="2000">
                <a:latin typeface="Times New Roman" panose="02020603050405020304" pitchFamily="18" charset="0"/>
                <a:cs typeface="Times New Roman" panose="02020603050405020304" pitchFamily="18" charset="0"/>
              </a:rPr>
              <a:t> (</a:t>
            </a:r>
            <a:r>
              <a:rPr lang="en-IN" sz="2000" err="1">
                <a:latin typeface="Times New Roman" panose="02020603050405020304" pitchFamily="18" charset="0"/>
                <a:cs typeface="Times New Roman" panose="02020603050405020304" pitchFamily="18" charset="0"/>
              </a:rPr>
              <a:t>eXtensible</a:t>
            </a:r>
            <a:r>
              <a:rPr lang="en-IN" sz="2000">
                <a:latin typeface="Times New Roman" panose="02020603050405020304" pitchFamily="18" charset="0"/>
                <a:cs typeface="Times New Roman" panose="02020603050405020304" pitchFamily="18" charset="0"/>
              </a:rPr>
              <a:t> </a:t>
            </a:r>
            <a:r>
              <a:rPr lang="en-IN" sz="2000" err="1">
                <a:latin typeface="Times New Roman" panose="02020603050405020304" pitchFamily="18" charset="0"/>
                <a:cs typeface="Times New Roman" panose="02020603050405020304" pitchFamily="18" charset="0"/>
              </a:rPr>
              <a:t>Markup</a:t>
            </a:r>
            <a:r>
              <a:rPr lang="en-IN" sz="2000">
                <a:latin typeface="Times New Roman" panose="02020603050405020304" pitchFamily="18" charset="0"/>
                <a:cs typeface="Times New Roman" panose="02020603050405020304" pitchFamily="18" charset="0"/>
              </a:rPr>
              <a:t> Language) is a mark up language.</a:t>
            </a:r>
          </a:p>
          <a:p>
            <a:pPr algn="just"/>
            <a:r>
              <a:rPr lang="en-IN" sz="2000">
                <a:latin typeface="Times New Roman" panose="02020603050405020304" pitchFamily="18" charset="0"/>
                <a:cs typeface="Times New Roman" panose="02020603050405020304" pitchFamily="18" charset="0"/>
              </a:rPr>
              <a:t>XML is designed to store and transport data.</a:t>
            </a:r>
          </a:p>
          <a:p>
            <a:pPr algn="just"/>
            <a:r>
              <a:rPr lang="en-IN" sz="2000">
                <a:latin typeface="Times New Roman" panose="02020603050405020304" pitchFamily="18" charset="0"/>
                <a:cs typeface="Times New Roman" panose="02020603050405020304" pitchFamily="18" charset="0"/>
              </a:rPr>
              <a:t>Xml was released in late 90’s. it was created to provide an easy to use and store self describing data.</a:t>
            </a:r>
          </a:p>
          <a:p>
            <a:pPr algn="just"/>
            <a:r>
              <a:rPr lang="en-IN" sz="2000">
                <a:latin typeface="Times New Roman" panose="02020603050405020304" pitchFamily="18" charset="0"/>
                <a:cs typeface="Times New Roman" panose="02020603050405020304" pitchFamily="18" charset="0"/>
              </a:rPr>
              <a:t>XML became a W3C Recommendation on February 10, 1998.</a:t>
            </a:r>
          </a:p>
          <a:p>
            <a:pPr algn="just"/>
            <a:r>
              <a:rPr lang="en-IN" sz="2000">
                <a:latin typeface="Times New Roman" panose="02020603050405020304" pitchFamily="18" charset="0"/>
                <a:cs typeface="Times New Roman" panose="02020603050405020304" pitchFamily="18" charset="0"/>
              </a:rPr>
              <a:t>XML is not a replacement for HTML.</a:t>
            </a:r>
          </a:p>
          <a:p>
            <a:pPr algn="just"/>
            <a:r>
              <a:rPr lang="en-IN" sz="2000">
                <a:latin typeface="Times New Roman" panose="02020603050405020304" pitchFamily="18" charset="0"/>
                <a:cs typeface="Times New Roman" panose="02020603050405020304" pitchFamily="18" charset="0"/>
              </a:rPr>
              <a:t>XML is designed to be self-descriptive.</a:t>
            </a:r>
          </a:p>
          <a:p>
            <a:pPr algn="just"/>
            <a:r>
              <a:rPr lang="en-IN" sz="2000">
                <a:latin typeface="Times New Roman" panose="02020603050405020304" pitchFamily="18" charset="0"/>
                <a:cs typeface="Times New Roman" panose="02020603050405020304" pitchFamily="18" charset="0"/>
              </a:rPr>
              <a:t>XML is designed to carry data, not to display data.</a:t>
            </a:r>
          </a:p>
          <a:p>
            <a:pPr algn="just"/>
            <a:r>
              <a:rPr lang="en-IN" sz="2000">
                <a:latin typeface="Times New Roman" panose="02020603050405020304" pitchFamily="18" charset="0"/>
                <a:cs typeface="Times New Roman" panose="02020603050405020304" pitchFamily="18" charset="0"/>
              </a:rPr>
              <a:t>XML tags are not predefined. You must define your own tags.</a:t>
            </a:r>
          </a:p>
          <a:p>
            <a:pPr algn="just"/>
            <a:r>
              <a:rPr lang="en-IN" sz="2000">
                <a:latin typeface="Times New Roman" panose="02020603050405020304" pitchFamily="18" charset="0"/>
                <a:cs typeface="Times New Roman" panose="02020603050405020304" pitchFamily="18" charset="0"/>
              </a:rPr>
              <a:t>XML is platform independent and language independent.</a:t>
            </a:r>
          </a:p>
          <a:p>
            <a:pPr algn="just">
              <a:buNone/>
            </a:pPr>
            <a:endParaRPr lang="en-US" sz="20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56</a:t>
            </a:fld>
            <a:endParaRPr lang="en-IN"/>
          </a:p>
        </p:txBody>
      </p:sp>
    </p:spTree>
    <p:extLst>
      <p:ext uri="{BB962C8B-B14F-4D97-AF65-F5344CB8AC3E}">
        <p14:creationId xmlns:p14="http://schemas.microsoft.com/office/powerpoint/2010/main" val="1225809866"/>
      </p:ext>
    </p:extLst>
  </p:cSld>
  <p:clrMapOvr>
    <a:masterClrMapping/>
  </p:clrMapOvr>
  <p:transition>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XML</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5616" y="913284"/>
            <a:ext cx="4095750" cy="1619250"/>
          </a:xfrm>
        </p:spPr>
      </p:pic>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57</a:t>
            </a:fld>
            <a:endParaRPr lang="en-IN"/>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4657700"/>
            <a:ext cx="1095375" cy="34290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7624" y="3361556"/>
            <a:ext cx="2819400" cy="1104900"/>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7624" y="2857500"/>
            <a:ext cx="1095375" cy="352425"/>
          </a:xfrm>
          <a:prstGeom prst="rect">
            <a:avLst/>
          </a:prstGeom>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6136" y="3329517"/>
            <a:ext cx="2171700" cy="438150"/>
          </a:xfrm>
          <a:prstGeom prst="rect">
            <a:avLst/>
          </a:prstGeom>
        </p:spPr>
      </p:pic>
      <p:sp>
        <p:nvSpPr>
          <p:cNvPr id="12" name="TextBox 11"/>
          <p:cNvSpPr txBox="1"/>
          <p:nvPr/>
        </p:nvSpPr>
        <p:spPr>
          <a:xfrm>
            <a:off x="2339752" y="2868533"/>
            <a:ext cx="2016224" cy="276999"/>
          </a:xfrm>
          <a:prstGeom prst="rect">
            <a:avLst/>
          </a:prstGeom>
          <a:noFill/>
        </p:spPr>
        <p:txBody>
          <a:bodyPr wrap="square" rtlCol="0">
            <a:spAutoFit/>
          </a:bodyPr>
          <a:lstStyle/>
          <a:p>
            <a:r>
              <a:rPr lang="en-US" sz="1200" b="1"/>
              <a:t>Root Element</a:t>
            </a:r>
          </a:p>
        </p:txBody>
      </p:sp>
      <p:sp>
        <p:nvSpPr>
          <p:cNvPr id="13" name="TextBox 12"/>
          <p:cNvSpPr txBox="1"/>
          <p:nvPr/>
        </p:nvSpPr>
        <p:spPr>
          <a:xfrm>
            <a:off x="3995936" y="3775506"/>
            <a:ext cx="2016224" cy="276999"/>
          </a:xfrm>
          <a:prstGeom prst="rect">
            <a:avLst/>
          </a:prstGeom>
          <a:noFill/>
        </p:spPr>
        <p:txBody>
          <a:bodyPr wrap="square" rtlCol="0">
            <a:spAutoFit/>
          </a:bodyPr>
          <a:lstStyle/>
          <a:p>
            <a:r>
              <a:rPr lang="en-US" sz="1200" b="1"/>
              <a:t>Child Elements</a:t>
            </a:r>
          </a:p>
        </p:txBody>
      </p:sp>
      <p:sp>
        <p:nvSpPr>
          <p:cNvPr id="14" name="TextBox 13"/>
          <p:cNvSpPr txBox="1"/>
          <p:nvPr/>
        </p:nvSpPr>
        <p:spPr>
          <a:xfrm>
            <a:off x="2339752" y="4690650"/>
            <a:ext cx="2016224" cy="276999"/>
          </a:xfrm>
          <a:prstGeom prst="rect">
            <a:avLst/>
          </a:prstGeom>
          <a:noFill/>
        </p:spPr>
        <p:txBody>
          <a:bodyPr wrap="square" rtlCol="0">
            <a:spAutoFit/>
          </a:bodyPr>
          <a:lstStyle/>
          <a:p>
            <a:r>
              <a:rPr lang="en-US" sz="1200" b="1"/>
              <a:t>End of Root Element</a:t>
            </a:r>
          </a:p>
        </p:txBody>
      </p:sp>
      <p:sp>
        <p:nvSpPr>
          <p:cNvPr id="15" name="TextBox 14"/>
          <p:cNvSpPr txBox="1"/>
          <p:nvPr/>
        </p:nvSpPr>
        <p:spPr>
          <a:xfrm>
            <a:off x="5796136" y="3012549"/>
            <a:ext cx="2016224" cy="276999"/>
          </a:xfrm>
          <a:prstGeom prst="rect">
            <a:avLst/>
          </a:prstGeom>
          <a:noFill/>
        </p:spPr>
        <p:txBody>
          <a:bodyPr wrap="square" rtlCol="0">
            <a:spAutoFit/>
          </a:bodyPr>
          <a:lstStyle/>
          <a:p>
            <a:r>
              <a:rPr lang="en-US" sz="1200" b="1"/>
              <a:t>Comment</a:t>
            </a:r>
          </a:p>
        </p:txBody>
      </p:sp>
    </p:spTree>
    <p:extLst>
      <p:ext uri="{BB962C8B-B14F-4D97-AF65-F5344CB8AC3E}">
        <p14:creationId xmlns:p14="http://schemas.microsoft.com/office/powerpoint/2010/main" val="343410539"/>
      </p:ext>
    </p:extLst>
  </p:cSld>
  <p:clrMapOvr>
    <a:masterClrMapping/>
  </p:clrMapOvr>
  <p:transition>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Reading an XML</a:t>
            </a:r>
          </a:p>
        </p:txBody>
      </p:sp>
      <p:sp>
        <p:nvSpPr>
          <p:cNvPr id="3" name="Content Placeholder 2"/>
          <p:cNvSpPr>
            <a:spLocks noGrp="1"/>
          </p:cNvSpPr>
          <p:nvPr>
            <p:ph idx="1"/>
          </p:nvPr>
        </p:nvSpPr>
        <p:spPr/>
        <p:txBody>
          <a:bodyPr/>
          <a:lstStyle/>
          <a:p>
            <a:r>
              <a:rPr lang="en-US" b="1"/>
              <a:t>We can access XML file using </a:t>
            </a:r>
            <a:r>
              <a:rPr lang="en-US" b="1">
                <a:solidFill>
                  <a:srgbClr val="C00000"/>
                </a:solidFill>
              </a:rPr>
              <a:t>Java Script.</a:t>
            </a:r>
          </a:p>
          <a:p>
            <a:r>
              <a:rPr lang="en-US" b="1"/>
              <a:t>Other programming languages including </a:t>
            </a:r>
            <a:r>
              <a:rPr lang="en-US" b="1">
                <a:solidFill>
                  <a:srgbClr val="C00000"/>
                </a:solidFill>
              </a:rPr>
              <a:t>JAVA, PHP, </a:t>
            </a:r>
            <a:r>
              <a:rPr lang="en-US" b="1" err="1">
                <a:solidFill>
                  <a:srgbClr val="C00000"/>
                </a:solidFill>
              </a:rPr>
              <a:t>etc.,</a:t>
            </a:r>
            <a:r>
              <a:rPr lang="en-US" b="1" err="1"/>
              <a:t>could</a:t>
            </a:r>
            <a:r>
              <a:rPr lang="en-US" b="1"/>
              <a:t> also be used to </a:t>
            </a:r>
            <a:r>
              <a:rPr lang="en-US" b="1">
                <a:solidFill>
                  <a:srgbClr val="C00000"/>
                </a:solidFill>
              </a:rPr>
              <a:t>access and store XML data.</a:t>
            </a:r>
          </a:p>
          <a:p>
            <a:endParaRPr lang="en-US" b="1"/>
          </a:p>
          <a:p>
            <a:endParaRPr lang="en-US" b="1">
              <a:solidFill>
                <a:srgbClr val="C00000"/>
              </a:solidFill>
            </a:endParaRPr>
          </a:p>
          <a:p>
            <a:endParaRPr lang="en-US"/>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58</a:t>
            </a:fld>
            <a:endParaRPr lang="en-IN"/>
          </a:p>
        </p:txBody>
      </p:sp>
      <p:graphicFrame>
        <p:nvGraphicFramePr>
          <p:cNvPr id="7" name="Table 6"/>
          <p:cNvGraphicFramePr>
            <a:graphicFrameLocks noGrp="1"/>
          </p:cNvGraphicFramePr>
          <p:nvPr/>
        </p:nvGraphicFramePr>
        <p:xfrm>
          <a:off x="899592" y="2092389"/>
          <a:ext cx="7992888" cy="2878162"/>
        </p:xfrm>
        <a:graphic>
          <a:graphicData uri="http://schemas.openxmlformats.org/drawingml/2006/table">
            <a:tbl>
              <a:tblPr/>
              <a:tblGrid>
                <a:gridCol w="2395562">
                  <a:extLst>
                    <a:ext uri="{9D8B030D-6E8A-4147-A177-3AD203B41FA5}">
                      <a16:colId xmlns:a16="http://schemas.microsoft.com/office/drawing/2014/main" xmlns="" val="20000"/>
                    </a:ext>
                  </a:extLst>
                </a:gridCol>
                <a:gridCol w="5597326">
                  <a:extLst>
                    <a:ext uri="{9D8B030D-6E8A-4147-A177-3AD203B41FA5}">
                      <a16:colId xmlns:a16="http://schemas.microsoft.com/office/drawing/2014/main" xmlns="" val="20001"/>
                    </a:ext>
                  </a:extLst>
                </a:gridCol>
              </a:tblGrid>
              <a:tr h="212189">
                <a:tc>
                  <a:txBody>
                    <a:bodyPr/>
                    <a:lstStyle/>
                    <a:p>
                      <a:pPr fontAlgn="t"/>
                      <a:r>
                        <a:rPr lang="en-US" sz="1400" b="1">
                          <a:effectLst/>
                        </a:rPr>
                        <a:t>Property</a:t>
                      </a:r>
                      <a:endParaRPr lang="en-US" sz="1400">
                        <a:effectLst/>
                      </a:endParaRP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tc>
                  <a:txBody>
                    <a:bodyPr/>
                    <a:lstStyle/>
                    <a:p>
                      <a:pPr fontAlgn="t"/>
                      <a:r>
                        <a:rPr lang="en-US" sz="1400" b="1">
                          <a:effectLst/>
                        </a:rPr>
                        <a:t>Meaning</a:t>
                      </a:r>
                      <a:endParaRPr lang="en-US" sz="1400">
                        <a:effectLst/>
                      </a:endParaRP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0"/>
                  </a:ext>
                </a:extLst>
              </a:tr>
              <a:tr h="360883">
                <a:tc>
                  <a:txBody>
                    <a:bodyPr/>
                    <a:lstStyle/>
                    <a:p>
                      <a:pPr fontAlgn="t"/>
                      <a:r>
                        <a:rPr lang="en-US" sz="1400" err="1">
                          <a:effectLst/>
                        </a:rPr>
                        <a:t>documentElement</a:t>
                      </a:r>
                      <a:endParaRPr lang="en-US" sz="1400">
                        <a:effectLst/>
                      </a:endParaRP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tc>
                  <a:txBody>
                    <a:bodyPr/>
                    <a:lstStyle/>
                    <a:p>
                      <a:pPr fontAlgn="t"/>
                      <a:r>
                        <a:rPr lang="en-US" sz="1400">
                          <a:effectLst/>
                        </a:rPr>
                        <a:t>Returns the root element of the document</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475855">
                <a:tc>
                  <a:txBody>
                    <a:bodyPr/>
                    <a:lstStyle/>
                    <a:p>
                      <a:pPr fontAlgn="t"/>
                      <a:r>
                        <a:rPr lang="en-US" sz="1400" err="1">
                          <a:effectLst/>
                        </a:rPr>
                        <a:t>firstChild</a:t>
                      </a:r>
                      <a:endParaRPr lang="en-US" sz="1400">
                        <a:effectLst/>
                      </a:endParaRP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tc>
                  <a:txBody>
                    <a:bodyPr/>
                    <a:lstStyle/>
                    <a:p>
                      <a:pPr fontAlgn="t"/>
                      <a:r>
                        <a:rPr lang="en-US" sz="1400">
                          <a:effectLst/>
                        </a:rPr>
                        <a:t>Is the first element within another element (the first child of the current node)</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2"/>
                  </a:ext>
                </a:extLst>
              </a:tr>
              <a:tr h="475855">
                <a:tc>
                  <a:txBody>
                    <a:bodyPr/>
                    <a:lstStyle/>
                    <a:p>
                      <a:pPr fontAlgn="t"/>
                      <a:r>
                        <a:rPr lang="en-US" sz="1400">
                          <a:effectLst/>
                        </a:rPr>
                        <a:t>lastChild</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tc>
                  <a:txBody>
                    <a:bodyPr/>
                    <a:lstStyle/>
                    <a:p>
                      <a:pPr fontAlgn="t"/>
                      <a:r>
                        <a:rPr lang="en-US" sz="1400">
                          <a:effectLst/>
                        </a:rPr>
                        <a:t>Is the last element within another element (the last child of the current node)</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360883">
                <a:tc>
                  <a:txBody>
                    <a:bodyPr/>
                    <a:lstStyle/>
                    <a:p>
                      <a:pPr fontAlgn="t"/>
                      <a:r>
                        <a:rPr lang="en-US" sz="1400">
                          <a:effectLst/>
                        </a:rPr>
                        <a:t>nextSibling</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tc>
                  <a:txBody>
                    <a:bodyPr/>
                    <a:lstStyle/>
                    <a:p>
                      <a:pPr fontAlgn="t"/>
                      <a:r>
                        <a:rPr lang="en-US" sz="1400">
                          <a:effectLst/>
                        </a:rPr>
                        <a:t>Is the next element in the same nested level as the current one</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4"/>
                  </a:ext>
                </a:extLst>
              </a:tr>
              <a:tr h="360883">
                <a:tc>
                  <a:txBody>
                    <a:bodyPr/>
                    <a:lstStyle/>
                    <a:p>
                      <a:pPr fontAlgn="t"/>
                      <a:r>
                        <a:rPr lang="en-US" sz="1400">
                          <a:effectLst/>
                        </a:rPr>
                        <a:t>previousSibling</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tc>
                  <a:txBody>
                    <a:bodyPr/>
                    <a:lstStyle/>
                    <a:p>
                      <a:pPr fontAlgn="t"/>
                      <a:r>
                        <a:rPr lang="en-US" sz="1400">
                          <a:effectLst/>
                        </a:rPr>
                        <a:t>Is the previous element in the same nested level as the current one</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5"/>
                  </a:ext>
                </a:extLst>
              </a:tr>
              <a:tr h="245912">
                <a:tc>
                  <a:txBody>
                    <a:bodyPr/>
                    <a:lstStyle/>
                    <a:p>
                      <a:pPr fontAlgn="t"/>
                      <a:r>
                        <a:rPr lang="en-US" sz="1400">
                          <a:effectLst/>
                        </a:rPr>
                        <a:t>nodeValue</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tc>
                  <a:txBody>
                    <a:bodyPr/>
                    <a:lstStyle/>
                    <a:p>
                      <a:pPr fontAlgn="t"/>
                      <a:r>
                        <a:rPr lang="en-US" sz="1400">
                          <a:effectLst/>
                        </a:rPr>
                        <a:t>Is the value of a document element</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6"/>
                  </a:ext>
                </a:extLst>
              </a:tr>
              <a:tr h="360883">
                <a:tc>
                  <a:txBody>
                    <a:bodyPr/>
                    <a:lstStyle/>
                    <a:p>
                      <a:pPr fontAlgn="t"/>
                      <a:r>
                        <a:rPr lang="en-US" sz="1400">
                          <a:effectLst/>
                        </a:rPr>
                        <a:t>getElementsByTagName</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tc>
                  <a:txBody>
                    <a:bodyPr/>
                    <a:lstStyle/>
                    <a:p>
                      <a:pPr fontAlgn="t"/>
                      <a:r>
                        <a:rPr lang="en-US" sz="1400">
                          <a:effectLst/>
                        </a:rPr>
                        <a:t>Used to place all elements into an object</a:t>
                      </a:r>
                    </a:p>
                  </a:txBody>
                  <a:tcPr marL="11824" marR="11824" marT="11824" marB="11824">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1408096646"/>
      </p:ext>
    </p:extLst>
  </p:cSld>
  <p:clrMapOvr>
    <a:masterClrMapping/>
  </p:clrMapOvr>
  <p:transition>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JSON</a:t>
            </a:r>
          </a:p>
        </p:txBody>
      </p:sp>
      <p:sp>
        <p:nvSpPr>
          <p:cNvPr id="3" name="Content Placeholder 2"/>
          <p:cNvSpPr>
            <a:spLocks noGrp="1"/>
          </p:cNvSpPr>
          <p:nvPr>
            <p:ph idx="1"/>
          </p:nvPr>
        </p:nvSpPr>
        <p:spPr/>
        <p:txBody>
          <a:bodyPr/>
          <a:lstStyle/>
          <a:p>
            <a:r>
              <a:rPr lang="en-US" b="1"/>
              <a:t>JSON or JavaScript Object Notation is a </a:t>
            </a:r>
            <a:r>
              <a:rPr lang="en-US" b="1">
                <a:solidFill>
                  <a:srgbClr val="C00000"/>
                </a:solidFill>
              </a:rPr>
              <a:t>lightweight text-based open standard.</a:t>
            </a:r>
          </a:p>
          <a:p>
            <a:r>
              <a:rPr lang="en-US" b="1"/>
              <a:t>It was designed for </a:t>
            </a:r>
            <a:r>
              <a:rPr lang="en-US" b="1">
                <a:solidFill>
                  <a:srgbClr val="C00000"/>
                </a:solidFill>
              </a:rPr>
              <a:t>human-readable data interchange.</a:t>
            </a:r>
          </a:p>
          <a:p>
            <a:r>
              <a:rPr lang="en-US" b="1"/>
              <a:t>It has been extended from the </a:t>
            </a:r>
            <a:r>
              <a:rPr lang="en-US" b="1">
                <a:solidFill>
                  <a:srgbClr val="C00000"/>
                </a:solidFill>
              </a:rPr>
              <a:t>JavaScript scripting language.</a:t>
            </a:r>
          </a:p>
          <a:p>
            <a:r>
              <a:rPr lang="en-US" b="1"/>
              <a:t>The filename extension is </a:t>
            </a:r>
            <a:r>
              <a:rPr lang="en-US" b="1">
                <a:solidFill>
                  <a:srgbClr val="C00000"/>
                </a:solidFill>
              </a:rPr>
              <a:t>.</a:t>
            </a:r>
            <a:r>
              <a:rPr lang="en-US" b="1" err="1">
                <a:solidFill>
                  <a:srgbClr val="C00000"/>
                </a:solidFill>
              </a:rPr>
              <a:t>json</a:t>
            </a:r>
            <a:r>
              <a:rPr lang="en-US" b="1">
                <a:solidFill>
                  <a:srgbClr val="C00000"/>
                </a:solidFill>
              </a:rPr>
              <a:t>.</a:t>
            </a:r>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59</a:t>
            </a:fld>
            <a:endParaRPr lang="en-IN"/>
          </a:p>
        </p:txBody>
      </p:sp>
    </p:spTree>
    <p:extLst>
      <p:ext uri="{BB962C8B-B14F-4D97-AF65-F5344CB8AC3E}">
        <p14:creationId xmlns:p14="http://schemas.microsoft.com/office/powerpoint/2010/main" val="2775089011"/>
      </p:ext>
    </p:extLst>
  </p:cSld>
  <p:clrMapOvr>
    <a:masterClrMapping/>
  </p:clrMapOvr>
  <p:transition>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JSON</a:t>
            </a:r>
          </a:p>
        </p:txBody>
      </p:sp>
      <p:sp>
        <p:nvSpPr>
          <p:cNvPr id="3" name="Content Placeholder 2"/>
          <p:cNvSpPr>
            <a:spLocks noGrp="1"/>
          </p:cNvSpPr>
          <p:nvPr>
            <p:ph idx="1"/>
          </p:nvPr>
        </p:nvSpPr>
        <p:spPr/>
        <p:txBody>
          <a:bodyPr/>
          <a:lstStyle/>
          <a:p>
            <a:r>
              <a:rPr lang="en-US" b="1">
                <a:solidFill>
                  <a:srgbClr val="C00000"/>
                </a:solidFill>
              </a:rPr>
              <a:t>Uses</a:t>
            </a:r>
          </a:p>
          <a:p>
            <a:pPr lvl="1"/>
            <a:r>
              <a:rPr lang="en-US" b="1"/>
              <a:t>JSON format is used for serializing and transmitting structured data over network connection.</a:t>
            </a:r>
          </a:p>
          <a:p>
            <a:pPr lvl="1"/>
            <a:r>
              <a:rPr lang="en-US" b="1"/>
              <a:t>It is primarily used to transmit data between a server and web applications.</a:t>
            </a:r>
          </a:p>
          <a:p>
            <a:pPr lvl="1"/>
            <a:r>
              <a:rPr lang="en-US" b="1"/>
              <a:t>Web services and APIs use JSON format to provide public data.</a:t>
            </a:r>
          </a:p>
          <a:p>
            <a:pPr lvl="1"/>
            <a:r>
              <a:rPr lang="en-US" b="1"/>
              <a:t>It can be used with modern programming languages.</a:t>
            </a:r>
          </a:p>
          <a:p>
            <a:r>
              <a:rPr lang="en-US" b="1">
                <a:solidFill>
                  <a:srgbClr val="C00000"/>
                </a:solidFill>
              </a:rPr>
              <a:t>Characteristics</a:t>
            </a:r>
          </a:p>
          <a:p>
            <a:pPr lvl="1"/>
            <a:r>
              <a:rPr lang="en-US" b="1"/>
              <a:t>JSON is easy to read and write.</a:t>
            </a:r>
          </a:p>
          <a:p>
            <a:pPr lvl="1"/>
            <a:r>
              <a:rPr lang="en-US" b="1"/>
              <a:t>It is a lightweight text-based interchange format.</a:t>
            </a:r>
          </a:p>
          <a:p>
            <a:pPr lvl="1"/>
            <a:r>
              <a:rPr lang="en-US" b="1"/>
              <a:t>JSON is language independent.</a:t>
            </a:r>
          </a:p>
          <a:p>
            <a:pPr lvl="1"/>
            <a:endParaRPr lang="en-US" b="1"/>
          </a:p>
          <a:p>
            <a:endParaRPr lang="en-US"/>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60</a:t>
            </a:fld>
            <a:endParaRPr lang="en-IN"/>
          </a:p>
        </p:txBody>
      </p:sp>
    </p:spTree>
    <p:extLst>
      <p:ext uri="{BB962C8B-B14F-4D97-AF65-F5344CB8AC3E}">
        <p14:creationId xmlns:p14="http://schemas.microsoft.com/office/powerpoint/2010/main" val="2164911792"/>
      </p:ext>
    </p:extLst>
  </p:cSld>
  <p:clrMapOvr>
    <a:masterClrMapping/>
  </p:clrMapOvr>
  <p:transition>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JSON</a:t>
            </a:r>
          </a:p>
        </p:txBody>
      </p:sp>
      <p:sp>
        <p:nvSpPr>
          <p:cNvPr id="3" name="Content Placeholder 2"/>
          <p:cNvSpPr>
            <a:spLocks noGrp="1"/>
          </p:cNvSpPr>
          <p:nvPr>
            <p:ph idx="1"/>
          </p:nvPr>
        </p:nvSpPr>
        <p:spPr>
          <a:xfrm>
            <a:off x="467544" y="841276"/>
            <a:ext cx="8424936" cy="4105275"/>
          </a:xfrm>
        </p:spPr>
        <p:txBody>
          <a:bodyPr/>
          <a:lstStyle/>
          <a:p>
            <a:r>
              <a:rPr lang="en-US" b="1">
                <a:solidFill>
                  <a:srgbClr val="C00000"/>
                </a:solidFill>
              </a:rPr>
              <a:t>Arrays</a:t>
            </a:r>
          </a:p>
          <a:p>
            <a:pPr lvl="1"/>
            <a:r>
              <a:rPr lang="en-US" b="1"/>
              <a:t>It is an ordered collection of values.</a:t>
            </a:r>
          </a:p>
          <a:p>
            <a:pPr lvl="1"/>
            <a:r>
              <a:rPr lang="en-US" b="1"/>
              <a:t>These are enclosed in square brackets which means that array begins with .[. and ends with .]..</a:t>
            </a:r>
          </a:p>
          <a:p>
            <a:pPr lvl="1"/>
            <a:r>
              <a:rPr lang="en-US" b="1"/>
              <a:t>The values are separated by , (comma).</a:t>
            </a:r>
          </a:p>
          <a:p>
            <a:pPr lvl="1"/>
            <a:r>
              <a:rPr lang="en-US" b="1"/>
              <a:t>Array indexing can be started at 0 or 1.</a:t>
            </a:r>
          </a:p>
          <a:p>
            <a:pPr lvl="1"/>
            <a:r>
              <a:rPr lang="en-US" b="1"/>
              <a:t>Arrays should be used when the key names are sequential integers.</a:t>
            </a:r>
          </a:p>
          <a:p>
            <a:pPr lvl="1"/>
            <a:r>
              <a:rPr lang="en-US" b="1">
                <a:solidFill>
                  <a:srgbClr val="0070C0"/>
                </a:solidFill>
              </a:rPr>
              <a:t>{ "books": [ </a:t>
            </a:r>
          </a:p>
          <a:p>
            <a:pPr marL="457200" lvl="1" indent="0">
              <a:buNone/>
            </a:pPr>
            <a:r>
              <a:rPr lang="en-US" b="1">
                <a:solidFill>
                  <a:srgbClr val="0070C0"/>
                </a:solidFill>
              </a:rPr>
              <a:t>	{ "</a:t>
            </a:r>
            <a:r>
              <a:rPr lang="en-US" b="1" err="1">
                <a:solidFill>
                  <a:srgbClr val="0070C0"/>
                </a:solidFill>
              </a:rPr>
              <a:t>language":"Java</a:t>
            </a:r>
            <a:r>
              <a:rPr lang="en-US" b="1">
                <a:solidFill>
                  <a:srgbClr val="0070C0"/>
                </a:solidFill>
              </a:rPr>
              <a:t>" , "</a:t>
            </a:r>
            <a:r>
              <a:rPr lang="en-US" b="1" err="1">
                <a:solidFill>
                  <a:srgbClr val="0070C0"/>
                </a:solidFill>
              </a:rPr>
              <a:t>edition":"second</a:t>
            </a:r>
            <a:r>
              <a:rPr lang="en-US" b="1">
                <a:solidFill>
                  <a:srgbClr val="0070C0"/>
                </a:solidFill>
              </a:rPr>
              <a:t>" }, </a:t>
            </a:r>
          </a:p>
          <a:p>
            <a:pPr marL="457200" lvl="1" indent="0">
              <a:buNone/>
            </a:pPr>
            <a:r>
              <a:rPr lang="en-US" b="1">
                <a:solidFill>
                  <a:srgbClr val="0070C0"/>
                </a:solidFill>
              </a:rPr>
              <a:t>	{ "</a:t>
            </a:r>
            <a:r>
              <a:rPr lang="en-US" b="1" err="1">
                <a:solidFill>
                  <a:srgbClr val="0070C0"/>
                </a:solidFill>
              </a:rPr>
              <a:t>language":"C</a:t>
            </a:r>
            <a:r>
              <a:rPr lang="en-US" b="1">
                <a:solidFill>
                  <a:srgbClr val="0070C0"/>
                </a:solidFill>
              </a:rPr>
              <a:t>++" , "</a:t>
            </a:r>
            <a:r>
              <a:rPr lang="en-US" b="1" err="1">
                <a:solidFill>
                  <a:srgbClr val="0070C0"/>
                </a:solidFill>
              </a:rPr>
              <a:t>lastName</a:t>
            </a:r>
            <a:r>
              <a:rPr lang="en-US" b="1">
                <a:solidFill>
                  <a:srgbClr val="0070C0"/>
                </a:solidFill>
              </a:rPr>
              <a:t>":"fifth" }, </a:t>
            </a:r>
          </a:p>
          <a:p>
            <a:pPr marL="457200" lvl="1" indent="0">
              <a:buNone/>
            </a:pPr>
            <a:r>
              <a:rPr lang="en-US" b="1">
                <a:solidFill>
                  <a:srgbClr val="0070C0"/>
                </a:solidFill>
              </a:rPr>
              <a:t>	{ "</a:t>
            </a:r>
            <a:r>
              <a:rPr lang="en-US" b="1" err="1">
                <a:solidFill>
                  <a:srgbClr val="0070C0"/>
                </a:solidFill>
              </a:rPr>
              <a:t>language":"C</a:t>
            </a:r>
            <a:r>
              <a:rPr lang="en-US" b="1">
                <a:solidFill>
                  <a:srgbClr val="0070C0"/>
                </a:solidFill>
              </a:rPr>
              <a:t>" , "</a:t>
            </a:r>
            <a:r>
              <a:rPr lang="en-US" b="1" err="1">
                <a:solidFill>
                  <a:srgbClr val="0070C0"/>
                </a:solidFill>
              </a:rPr>
              <a:t>lastName</a:t>
            </a:r>
            <a:r>
              <a:rPr lang="en-US" b="1">
                <a:solidFill>
                  <a:srgbClr val="0070C0"/>
                </a:solidFill>
              </a:rPr>
              <a:t>":"third" } </a:t>
            </a:r>
          </a:p>
          <a:p>
            <a:pPr marL="457200" lvl="1" indent="0">
              <a:buNone/>
            </a:pPr>
            <a:r>
              <a:rPr lang="en-US" b="1">
                <a:solidFill>
                  <a:srgbClr val="0070C0"/>
                </a:solidFill>
              </a:rPr>
              <a:t>	] </a:t>
            </a:r>
          </a:p>
          <a:p>
            <a:pPr marL="457200" lvl="1" indent="0">
              <a:buNone/>
            </a:pPr>
            <a:r>
              <a:rPr lang="en-US" b="1">
                <a:solidFill>
                  <a:srgbClr val="0070C0"/>
                </a:solidFill>
              </a:rPr>
              <a:t>     } </a:t>
            </a:r>
            <a:r>
              <a:rPr lang="en-US" b="1"/>
              <a:t>– JSON with array of objects</a:t>
            </a:r>
          </a:p>
          <a:p>
            <a:pPr lvl="1"/>
            <a:endParaRPr lang="en-US" b="1"/>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61</a:t>
            </a:fld>
            <a:endParaRPr lang="en-IN"/>
          </a:p>
        </p:txBody>
      </p:sp>
    </p:spTree>
    <p:extLst>
      <p:ext uri="{BB962C8B-B14F-4D97-AF65-F5344CB8AC3E}">
        <p14:creationId xmlns:p14="http://schemas.microsoft.com/office/powerpoint/2010/main" val="4086812970"/>
      </p:ext>
    </p:extLst>
  </p:cSld>
  <p:clrMapOvr>
    <a:masterClrMapping/>
  </p:clrMapOvr>
  <p:transition>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JSON </a:t>
            </a:r>
            <a:r>
              <a:rPr lang="en-US" err="1"/>
              <a:t>Vs</a:t>
            </a:r>
            <a:r>
              <a:rPr lang="en-US"/>
              <a:t> XML</a:t>
            </a:r>
          </a:p>
        </p:txBody>
      </p:sp>
      <p:sp>
        <p:nvSpPr>
          <p:cNvPr id="3" name="Content Placeholder 2"/>
          <p:cNvSpPr>
            <a:spLocks noGrp="1"/>
          </p:cNvSpPr>
          <p:nvPr>
            <p:ph idx="1"/>
          </p:nvPr>
        </p:nvSpPr>
        <p:spPr/>
        <p:txBody>
          <a:bodyPr/>
          <a:lstStyle/>
          <a:p>
            <a:pPr lvl="1"/>
            <a:r>
              <a:rPr lang="en-US" b="1">
                <a:solidFill>
                  <a:srgbClr val="C00000"/>
                </a:solidFill>
              </a:rPr>
              <a:t>Parsing</a:t>
            </a:r>
          </a:p>
          <a:p>
            <a:pPr lvl="2"/>
            <a:r>
              <a:rPr lang="en-US" b="1"/>
              <a:t>JavaScript's </a:t>
            </a:r>
            <a:r>
              <a:rPr lang="en-US" b="1" i="1" err="1"/>
              <a:t>eval</a:t>
            </a:r>
            <a:r>
              <a:rPr lang="en-US" b="1"/>
              <a:t> method parses JSON. When applied to JSON, </a:t>
            </a:r>
            <a:r>
              <a:rPr lang="en-US" b="1" err="1"/>
              <a:t>eval</a:t>
            </a:r>
            <a:r>
              <a:rPr lang="en-US" b="1"/>
              <a:t> returns the described object.</a:t>
            </a:r>
          </a:p>
          <a:p>
            <a:pPr marL="285750"/>
            <a:r>
              <a:rPr lang="en-US" b="1">
                <a:solidFill>
                  <a:srgbClr val="C00000"/>
                </a:solidFill>
              </a:rPr>
              <a:t>JSON</a:t>
            </a:r>
          </a:p>
          <a:p>
            <a:pPr marL="400050" lvl="1" indent="0">
              <a:buNone/>
            </a:pPr>
            <a:r>
              <a:rPr lang="en-US" b="1">
                <a:solidFill>
                  <a:srgbClr val="0070C0"/>
                </a:solidFill>
              </a:rPr>
              <a:t>A={ "company": Volkswagen, "name": "Vento", "price": 800000 }</a:t>
            </a:r>
          </a:p>
          <a:p>
            <a:pPr marL="285750"/>
            <a:r>
              <a:rPr lang="en-US" b="1">
                <a:solidFill>
                  <a:srgbClr val="C00000"/>
                </a:solidFill>
              </a:rPr>
              <a:t>XML</a:t>
            </a:r>
          </a:p>
          <a:p>
            <a:pPr marL="400050" lvl="1" indent="0">
              <a:buNone/>
            </a:pPr>
            <a:r>
              <a:rPr lang="en-US" b="1">
                <a:solidFill>
                  <a:srgbClr val="0070C0"/>
                </a:solidFill>
              </a:rPr>
              <a:t>&lt;car&gt; &lt;company&gt;Volkswagen&lt;/company&gt; </a:t>
            </a:r>
          </a:p>
          <a:p>
            <a:pPr marL="400050" lvl="1" indent="0">
              <a:buNone/>
            </a:pPr>
            <a:r>
              <a:rPr lang="en-US" b="1">
                <a:solidFill>
                  <a:srgbClr val="0070C0"/>
                </a:solidFill>
              </a:rPr>
              <a:t>           &lt;name&gt;Vento&lt;/name&gt; </a:t>
            </a:r>
          </a:p>
          <a:p>
            <a:pPr marL="400050" lvl="1" indent="0">
              <a:buNone/>
            </a:pPr>
            <a:r>
              <a:rPr lang="en-US" b="1">
                <a:solidFill>
                  <a:srgbClr val="0070C0"/>
                </a:solidFill>
              </a:rPr>
              <a:t>           &lt;price&gt;800000&lt;/price&gt; </a:t>
            </a:r>
          </a:p>
          <a:p>
            <a:pPr marL="400050" lvl="1" indent="0">
              <a:buNone/>
            </a:pPr>
            <a:r>
              <a:rPr lang="en-US" b="1">
                <a:solidFill>
                  <a:srgbClr val="0070C0"/>
                </a:solidFill>
              </a:rPr>
              <a:t>&lt;/car&gt;</a:t>
            </a:r>
          </a:p>
        </p:txBody>
      </p:sp>
      <p:sp>
        <p:nvSpPr>
          <p:cNvPr id="4" name="Date Placeholder 3"/>
          <p:cNvSpPr>
            <a:spLocks noGrp="1"/>
          </p:cNvSpPr>
          <p:nvPr>
            <p:ph type="dt" sz="half" idx="4294967295"/>
          </p:nvPr>
        </p:nvSpPr>
        <p:spPr>
          <a:xfrm>
            <a:off x="7000875" y="5297488"/>
            <a:ext cx="1674813" cy="303212"/>
          </a:xfrm>
          <a:prstGeom prst="rect">
            <a:avLst/>
          </a:prstGeom>
        </p:spPr>
        <p:txBody>
          <a:bodyPr/>
          <a:lstStyle/>
          <a:p>
            <a:pPr>
              <a:defRPr/>
            </a:pPr>
            <a:fld id="{7C774709-785F-457C-9429-4E3DA889C601}" type="datetime3">
              <a:rPr lang="en-US" smtClean="0"/>
              <a:pPr>
                <a:defRPr/>
              </a:pPr>
              <a:t>20 January 2026</a:t>
            </a:fld>
            <a:endParaRPr lang="en-IN"/>
          </a:p>
        </p:txBody>
      </p:sp>
      <p:sp>
        <p:nvSpPr>
          <p:cNvPr id="5" name="Footer Placeholder 4"/>
          <p:cNvSpPr>
            <a:spLocks noGrp="1"/>
          </p:cNvSpPr>
          <p:nvPr>
            <p:ph type="ftr" sz="quarter" idx="4294967295"/>
          </p:nvPr>
        </p:nvSpPr>
        <p:spPr>
          <a:xfrm>
            <a:off x="4105275" y="5297488"/>
            <a:ext cx="2895600" cy="303212"/>
          </a:xfrm>
          <a:prstGeom prst="rect">
            <a:avLst/>
          </a:prstGeom>
        </p:spPr>
        <p:txBody>
          <a:bodyPr/>
          <a:lstStyle/>
          <a:p>
            <a:pPr>
              <a:defRPr/>
            </a:pPr>
            <a:r>
              <a:rPr lang="en-IN"/>
              <a:t>CSE4004 WT</a:t>
            </a:r>
          </a:p>
        </p:txBody>
      </p:sp>
      <p:sp>
        <p:nvSpPr>
          <p:cNvPr id="6" name="Slide Number Placeholder 5"/>
          <p:cNvSpPr>
            <a:spLocks noGrp="1"/>
          </p:cNvSpPr>
          <p:nvPr>
            <p:ph type="sldNum" sz="quarter" idx="12"/>
          </p:nvPr>
        </p:nvSpPr>
        <p:spPr/>
        <p:txBody>
          <a:bodyPr/>
          <a:lstStyle/>
          <a:p>
            <a:pPr>
              <a:defRPr/>
            </a:pPr>
            <a:fld id="{DC16FC18-A483-43BC-83D0-C7F7814867AE}" type="slidenum">
              <a:rPr lang="en-IN" smtClean="0"/>
              <a:pPr>
                <a:defRPr/>
              </a:pPr>
              <a:t>62</a:t>
            </a:fld>
            <a:endParaRPr lang="en-IN"/>
          </a:p>
        </p:txBody>
      </p:sp>
    </p:spTree>
    <p:extLst>
      <p:ext uri="{BB962C8B-B14F-4D97-AF65-F5344CB8AC3E}">
        <p14:creationId xmlns:p14="http://schemas.microsoft.com/office/powerpoint/2010/main" val="3219909990"/>
      </p:ext>
    </p:extLst>
  </p:cSld>
  <p:clrMapOvr>
    <a:masterClrMapping/>
  </p:clrMapOvr>
  <p:transition>
    <p:wipe dir="r"/>
  </p:transition>
  <p:timing>
    <p:tnLst>
      <p:par>
        <p:cTn id="1" dur="indefinite" restart="never" nodeType="tmRoot"/>
      </p:par>
    </p:tnLst>
  </p:timing>
</p:sld>
</file>

<file path=ppt/theme/theme1.xml><?xml version="1.0" encoding="utf-8"?>
<a:theme xmlns:a="http://schemas.openxmlformats.org/drawingml/2006/main" name="Office Theme">
  <a:themeElements>
    <a:clrScheme name="Cambridge">
      <a:dk1>
        <a:srgbClr val="000000"/>
      </a:dk1>
      <a:lt1>
        <a:srgbClr val="FFFFFF"/>
      </a:lt1>
      <a:dk2>
        <a:srgbClr val="003E72"/>
      </a:dk2>
      <a:lt2>
        <a:srgbClr val="FFFFFF"/>
      </a:lt2>
      <a:accent1>
        <a:srgbClr val="8E258D"/>
      </a:accent1>
      <a:accent2>
        <a:srgbClr val="205867"/>
      </a:accent2>
      <a:accent3>
        <a:srgbClr val="412D5D"/>
      </a:accent3>
      <a:accent4>
        <a:srgbClr val="8064A2"/>
      </a:accent4>
      <a:accent5>
        <a:srgbClr val="58A618"/>
      </a:accent5>
      <a:accent6>
        <a:srgbClr val="C84E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0203E1839720B4A8CBE8A8B0D66C0B2" ma:contentTypeVersion="13" ma:contentTypeDescription="Create a new document." ma:contentTypeScope="" ma:versionID="89cd6a46887337a97ebbeb9e218fba51">
  <xsd:schema xmlns:xsd="http://www.w3.org/2001/XMLSchema" xmlns:xs="http://www.w3.org/2001/XMLSchema" xmlns:p="http://schemas.microsoft.com/office/2006/metadata/properties" xmlns:ns2="0ac594e5-60c5-4fa7-85bd-964edfb3e519" xmlns:ns3="b732c48c-cbf7-4c99-880f-279e91b1e121" targetNamespace="http://schemas.microsoft.com/office/2006/metadata/properties" ma:root="true" ma:fieldsID="3b359c3a3d28426023baf36e9906bb28" ns2:_="" ns3:_="">
    <xsd:import namespace="0ac594e5-60c5-4fa7-85bd-964edfb3e519"/>
    <xsd:import namespace="b732c48c-cbf7-4c99-880f-279e91b1e12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c594e5-60c5-4fa7-85bd-964edfb3e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cc00cd3-da1b-4d1f-9c89-92e427101244"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732c48c-cbf7-4c99-880f-279e91b1e121"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9b8ec6e9-2845-48a6-ab7d-f141f8f915e3}" ma:internalName="TaxCatchAll" ma:showField="CatchAllData" ma:web="b732c48c-cbf7-4c99-880f-279e91b1e121">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c594e5-60c5-4fa7-85bd-964edfb3e519">
      <Terms xmlns="http://schemas.microsoft.com/office/infopath/2007/PartnerControls"/>
    </lcf76f155ced4ddcb4097134ff3c332f>
    <TaxCatchAll xmlns="b732c48c-cbf7-4c99-880f-279e91b1e121" xsi:nil="true"/>
  </documentManagement>
</p:properties>
</file>

<file path=customXml/itemProps1.xml><?xml version="1.0" encoding="utf-8"?>
<ds:datastoreItem xmlns:ds="http://schemas.openxmlformats.org/officeDocument/2006/customXml" ds:itemID="{6C506880-857C-485B-B170-6D8ADBAFC814}">
  <ds:schemaRefs>
    <ds:schemaRef ds:uri="http://schemas.microsoft.com/sharepoint/v3/contenttype/forms"/>
  </ds:schemaRefs>
</ds:datastoreItem>
</file>

<file path=customXml/itemProps2.xml><?xml version="1.0" encoding="utf-8"?>
<ds:datastoreItem xmlns:ds="http://schemas.openxmlformats.org/officeDocument/2006/customXml" ds:itemID="{AAE78604-69E1-4632-A7CD-F71425115A23}">
  <ds:schemaRefs>
    <ds:schemaRef ds:uri="0ac594e5-60c5-4fa7-85bd-964edfb3e519"/>
    <ds:schemaRef ds:uri="b732c48c-cbf7-4c99-880f-279e91b1e12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95C2A8C-8E80-4D6F-AC7C-5471EBFACF8A}">
  <ds:schemaRefs>
    <ds:schemaRef ds:uri="0ac594e5-60c5-4fa7-85bd-964edfb3e519"/>
    <ds:schemaRef ds:uri="b732c48c-cbf7-4c99-880f-279e91b1e12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691</TotalTime>
  <Words>1736</Words>
  <Application>Microsoft Office PowerPoint</Application>
  <PresentationFormat>On-screen Show (16:10)</PresentationFormat>
  <Paragraphs>567</Paragraphs>
  <Slides>62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 Unicode MS</vt:lpstr>
      <vt:lpstr>Arial</vt:lpstr>
      <vt:lpstr>Calibri</vt:lpstr>
      <vt:lpstr>Times New Roman</vt:lpstr>
      <vt:lpstr>Office Theme</vt:lpstr>
      <vt:lpstr>PowerPoint Presentation</vt:lpstr>
      <vt:lpstr>What is JavaScript? </vt:lpstr>
      <vt:lpstr>What can JavaScript Do? </vt:lpstr>
      <vt:lpstr>Java Script Example</vt:lpstr>
      <vt:lpstr>JavaScript Example : code between the head tag</vt:lpstr>
      <vt:lpstr>External JavaScript file</vt:lpstr>
      <vt:lpstr>JavaScript Comment Line</vt:lpstr>
      <vt:lpstr>JavaScript Variable</vt:lpstr>
      <vt:lpstr>Local and Global Variable</vt:lpstr>
      <vt:lpstr>Java script variables</vt:lpstr>
      <vt:lpstr>Java script Data Types</vt:lpstr>
      <vt:lpstr>JavaScript Operators</vt:lpstr>
      <vt:lpstr>Arithmetic Operators</vt:lpstr>
      <vt:lpstr>JavaScript Comparison Operators</vt:lpstr>
      <vt:lpstr>JavaScript Bitwise Operators</vt:lpstr>
      <vt:lpstr>JavaScript Logical Operators</vt:lpstr>
      <vt:lpstr>JavaScript Assignment Operators</vt:lpstr>
      <vt:lpstr>JavaScript Special Operators</vt:lpstr>
      <vt:lpstr>JavaScript If-else</vt:lpstr>
      <vt:lpstr>Nested If and Switch Statement</vt:lpstr>
      <vt:lpstr>JavaScript Loops</vt:lpstr>
      <vt:lpstr>JavaScript String</vt:lpstr>
      <vt:lpstr>String Operations</vt:lpstr>
      <vt:lpstr>Array</vt:lpstr>
      <vt:lpstr>JavaScript Objects</vt:lpstr>
      <vt:lpstr>creating instance of Object and Object constructor</vt:lpstr>
      <vt:lpstr>JavaScript Objects</vt:lpstr>
      <vt:lpstr>JavaScript Events</vt:lpstr>
      <vt:lpstr>Mouse Events</vt:lpstr>
      <vt:lpstr>What can JavaScript Do? </vt:lpstr>
      <vt:lpstr>Simple User Interaction</vt:lpstr>
      <vt:lpstr>JavaScript Functions</vt:lpstr>
      <vt:lpstr>JavaScript Function Example</vt:lpstr>
      <vt:lpstr>JavaScript Function Arguments</vt:lpstr>
      <vt:lpstr>Document Object Model(DOM)</vt:lpstr>
      <vt:lpstr>Why DOM is required?</vt:lpstr>
      <vt:lpstr>Structure of DOM</vt:lpstr>
      <vt:lpstr>Why called an Object Model?</vt:lpstr>
      <vt:lpstr>PowerPoint Presentation</vt:lpstr>
      <vt:lpstr>Methods of Document Object</vt:lpstr>
      <vt:lpstr>document.getElementById() method</vt:lpstr>
      <vt:lpstr>document.getElementsByName()</vt:lpstr>
      <vt:lpstr>document.getElementsByTagName() </vt:lpstr>
      <vt:lpstr>Javascript - innerHTML </vt:lpstr>
      <vt:lpstr>JavaScript Form Validation</vt:lpstr>
      <vt:lpstr>Password Length</vt:lpstr>
      <vt:lpstr>JavaScript Retype Password Validation</vt:lpstr>
      <vt:lpstr>Phone Number Validation</vt:lpstr>
      <vt:lpstr>AJAX</vt:lpstr>
      <vt:lpstr>How AJAX Works?</vt:lpstr>
      <vt:lpstr>How AJAX Works?</vt:lpstr>
      <vt:lpstr>XMLHttpRequest</vt:lpstr>
      <vt:lpstr>XMLHttpRequest</vt:lpstr>
      <vt:lpstr>XMLHttpRequest Methods</vt:lpstr>
      <vt:lpstr>XMLHttpRequest Properties</vt:lpstr>
      <vt:lpstr>XML</vt:lpstr>
      <vt:lpstr>Sample XML</vt:lpstr>
      <vt:lpstr>Reading an XML</vt:lpstr>
      <vt:lpstr>JSON</vt:lpstr>
      <vt:lpstr>JSON</vt:lpstr>
      <vt:lpstr>JSON</vt:lpstr>
      <vt:lpstr>JSON Vs XML</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M.DEIVAMANI</dc:creator>
  <cp:lastModifiedBy>BHARATHI</cp:lastModifiedBy>
  <cp:revision>14</cp:revision>
  <dcterms:created xsi:type="dcterms:W3CDTF">2010-01-03T09:38:03Z</dcterms:created>
  <dcterms:modified xsi:type="dcterms:W3CDTF">2026-01-20T12:17:25Z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0x010100A0203E1839720B4A8CBE8A8B0D66C0B2</vt:lpwstr>
  </property>
  <property fmtid="{D5CDD505-2E9C-101B-9397-08002B2CF9AE}" pid="3" name="MediaServiceImageTags">
    <vt:lpwstr/>
  </property>
</Properties>
</file>